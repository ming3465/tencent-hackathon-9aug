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4a563323d541b1" /><Relationship Type="http://schemas.openxmlformats.org/officeDocument/2006/relationships/extended-properties" Target="/docProps/app.xml" Id="R2418bb23c38c454d" /><Relationship Type="http://schemas.openxmlformats.org/officeDocument/2006/relationships/officeDocument" Target="/ppt/presentation.xml" Id="R77c194e8d7f846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4a103996894160"/>
  </p:sldMasterIdLst>
  <p:notesMasterIdLst>
    <p:notesMasterId xmlns:r="http://schemas.openxmlformats.org/officeDocument/2006/relationships" r:id="Rd5cbd2bc84554d8f"/>
  </p:notesMasterIdLst>
  <p:sldIdLst>
    <p:sldId xmlns:r="http://schemas.openxmlformats.org/officeDocument/2006/relationships" id="256" r:id="R7d326e802909479f"/>
    <p:sldId xmlns:r="http://schemas.openxmlformats.org/officeDocument/2006/relationships" id="257" r:id="Ra7088ae5f0ec4401"/>
    <p:sldId xmlns:r="http://schemas.openxmlformats.org/officeDocument/2006/relationships" id="258" r:id="Rd0b7df72363d44bd"/>
    <p:sldId xmlns:r="http://schemas.openxmlformats.org/officeDocument/2006/relationships" id="259" r:id="R5eabb91f6c3144c1"/>
    <p:sldId xmlns:r="http://schemas.openxmlformats.org/officeDocument/2006/relationships" id="260" r:id="Raa093255151e4d4d"/>
    <p:sldId xmlns:r="http://schemas.openxmlformats.org/officeDocument/2006/relationships" id="261" r:id="R85c984f8e13d407b"/>
    <p:sldId xmlns:r="http://schemas.openxmlformats.org/officeDocument/2006/relationships" id="262" r:id="R6919e38c0d4f4b37"/>
    <p:sldId xmlns:r="http://schemas.openxmlformats.org/officeDocument/2006/relationships" id="263" r:id="R8b2e8fc25aab4cb9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1049884e3d4527" /><Relationship Type="http://schemas.openxmlformats.org/officeDocument/2006/relationships/slideMaster" Target="/ppt/slideMasters/slideMaster1.xml" Id="Ra74a103996894160" /><Relationship Type="http://schemas.openxmlformats.org/officeDocument/2006/relationships/notesMaster" Target="/ppt/notesMasters/notesMaster1.xml" Id="Rd5cbd2bc84554d8f" /><Relationship Type="http://schemas.openxmlformats.org/officeDocument/2006/relationships/presProps" Target="/ppt/presProps.xml" Id="Re899412aee8548d5" /><Relationship Type="http://schemas.openxmlformats.org/officeDocument/2006/relationships/tableStyles" Target="/ppt/tableStyles.xml" Id="Rb7310a3f3ec24273" /><Relationship Type="http://schemas.openxmlformats.org/officeDocument/2006/relationships/slide" Target="/ppt/slides/slide1.xml" Id="R7d326e802909479f" /><Relationship Type="http://schemas.openxmlformats.org/officeDocument/2006/relationships/slide" Target="/ppt/slides/slide2.xml" Id="Ra7088ae5f0ec4401" /><Relationship Type="http://schemas.openxmlformats.org/officeDocument/2006/relationships/slide" Target="/ppt/slides/slide3.xml" Id="Rd0b7df72363d44bd" /><Relationship Type="http://schemas.openxmlformats.org/officeDocument/2006/relationships/slide" Target="/ppt/slides/slide4.xml" Id="R5eabb91f6c3144c1" /><Relationship Type="http://schemas.openxmlformats.org/officeDocument/2006/relationships/slide" Target="/ppt/slides/slide5.xml" Id="Raa093255151e4d4d" /><Relationship Type="http://schemas.openxmlformats.org/officeDocument/2006/relationships/slide" Target="/ppt/slides/slide6.xml" Id="R85c984f8e13d407b" /><Relationship Type="http://schemas.openxmlformats.org/officeDocument/2006/relationships/slide" Target="/ppt/slides/slide7.xml" Id="R6919e38c0d4f4b37" /><Relationship Type="http://schemas.openxmlformats.org/officeDocument/2006/relationships/slide" Target="/ppt/slides/slide8.xml" Id="R8b2e8fc25aab4c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4e3c29a1434f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9398bdd991481f" /><Relationship Type="http://schemas.openxmlformats.org/officeDocument/2006/relationships/notesMaster" Target="/ppt/notesMasters/notesMaster1.xml" Id="R020f44de64e843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d2daffe40bd40a2" /><Relationship Type="http://schemas.openxmlformats.org/officeDocument/2006/relationships/notesMaster" Target="/ppt/notesMasters/notesMaster1.xml" Id="Rc3815ac6424e4f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4a533f595546c6" /><Relationship Type="http://schemas.openxmlformats.org/officeDocument/2006/relationships/notesMaster" Target="/ppt/notesMasters/notesMaster1.xml" Id="Rc249cb0021c94c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5281d7e55449a5" /><Relationship Type="http://schemas.openxmlformats.org/officeDocument/2006/relationships/notesMaster" Target="/ppt/notesMasters/notesMaster1.xml" Id="Rb811da21076544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2b0ffa76ee4213" /><Relationship Type="http://schemas.openxmlformats.org/officeDocument/2006/relationships/notesMaster" Target="/ppt/notesMasters/notesMaster1.xml" Id="R22e5ca8f482146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0f7574b84b4b83" /><Relationship Type="http://schemas.openxmlformats.org/officeDocument/2006/relationships/notesMaster" Target="/ppt/notesMasters/notesMaster1.xml" Id="Rc123eb96946c47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d1afdb49dd4fd3" /><Relationship Type="http://schemas.openxmlformats.org/officeDocument/2006/relationships/notesMaster" Target="/ppt/notesMasters/notesMaster1.xml" Id="R4ac561c5410746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6c1a45df674641" /><Relationship Type="http://schemas.openxmlformats.org/officeDocument/2006/relationships/notesMaster" Target="/ppt/notesMasters/notesMaster1.xml" Id="R2435014c658744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Kampung SG is now a five-part campaign. Older residents are not problems to solve; they are the people whose knowledge moves the story and visibly reshapes an enterable HDB estate. Every small act grows the kampung.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official challenge brief says that by 2030 nearly one in four Singapore citizens will be aged 65 and above. We respond with dignity, purpose, independence and social bonds: contributors rather than patients.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player moves from Y’s flat through three sequential chapters and The Last Door, then keeps exploring. Homes, a corridor, workshop, shops and halls are enterable. The full story asks for three helpers and five invitees. There is no timer, energy bar or failure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KampungMind is the headline AI feature. Each NPC has reviewed personality, role, expertise, knowledge, memory rules and authored intents. Deterministic scoring selects context-appropriate greetings, clues, requests, reminders and reflections; stable IDs break ties and no text is generated at runtime.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first CodeBuddy run failed its gate, and the correction attempt hit 429 credits exhausted. We preserved that evidence. Later AI-assisted work added the pure campaign reducer, KampungMind and expanded checks. Four real OpenAI image-generation workflows produced visual direction for the title, activity density, estate prop clusters, and resident silhouettes. Human review rejected direct runtime use and translated selected ideas into three original code-drawn systems, including four verified activity vignettes and the authored resident cast grammar. We treat AI output as a pull request, not a deliverable, and we do not relabel this as Miora.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Strict TypeScript, 75 unit tests, 60 production-browser checks and zero known vulnerabilities support the current build. KampungMind and every save remain in the browser: no account, backend, analytics or personal-data collection. Audio is synthesized at runtime.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separate software evidence from impact claims. The campaign, persistence, inputs and browser paths are automated; human playtesting, real-device accessibility and any social outcome are not claimed. Kampung SG makes no medical, cognitive, memory or dementia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are TheTwoGuys. The public repository contains the current code, prompts, failed-run record, claim guardrails and reproducible gate. The game is playable in a browser with no install or account. Every small act grows the kampung.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44ac3d77214fd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9a1cc0b9014be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13f33818c241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309727a9d14a8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3dbd01d6444fc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96b608ff094e5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bcd9036e7044a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3a8f73e1fb466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065cba6baf449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3f31a6ccd149a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c90232366042d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1FD1CE-6BF0-4E45-84F0-522B758F620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02A351F-5A65-421C-94FB-CABD574D8C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6739C60-D861-4DA4-A345-E59614BFF0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382CE9-2D9B-4800-9640-C2770FF0EE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27FB7B-D7A7-4072-AEA1-94537E49F7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AF7427-FD55-4258-B751-6210CC8F2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CA03BDE-FDE6-4C6D-A7B0-B9228E26AA4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21FD21-4B06-4136-A8C8-D0FEBEB06F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001F3F-6C06-4BAE-AB45-CB33413C1B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FC683E-A124-4B75-8A89-0FDA1696F0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EC171A2-1FD9-4843-9D60-92BDE931C5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C765554-C971-4921-B50D-FBF09E2478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1CA3DD-D0B6-4AD5-B561-4DC44335B3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F3E7F0-597C-4C8D-A505-69245E91A9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3F8A4F-BDCB-4FD1-AD9E-E46B06C06B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5079F8-B659-4C60-885D-99FB0EB440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23E29B4-02EB-40F9-9A10-F913E658EFA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C501408-417D-496B-B0A5-0031047B902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B66992-AD23-47F7-9AF5-D440867B27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DD7D0FC-0540-44B6-89FD-62F386D3E6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B5DA8AD-9883-4C89-9D78-0A9243554E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C911E3-B589-42D7-A650-7E42DBC99D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AA76431-AF6E-4061-B597-634764189D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0862168-B883-44B0-B713-1C6E5603072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0A8E63E-06D4-4307-90D3-98CC7E1DEA7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5280A80-F941-40A0-9FA2-8BEDA109825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2A3660C-19B6-470C-AF1B-2D5EC27960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BA535B3-CC9A-43CA-AF2F-66ED8D545C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F726C76-6EB5-43B6-9078-EB94316008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7220337-B3AE-459B-BDBD-A7391D7920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F9D954C-C477-4124-AAA1-0B5A5DEE0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D2AECE1-0382-46B8-9EE1-C32619105B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36436D2-9050-448B-8910-AE7F11784D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40D1774-A3C0-4E3D-BBC0-D9074EE08A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FD35901-E497-405F-B065-26F0968A89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DC40336-721C-4DF6-B3EA-6E269461AA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168ADB-1EB7-4A44-A9BC-0F8E70C2C7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B1DB48-5666-4F5F-A72E-77C191D9C3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2C4F344-2414-4F71-BF31-7225746AE9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848FA19-6153-46B3-88E9-3D9070C20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AE2D7F-86F1-4B5B-9986-4C93693F7A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E9B485-FD71-4E8A-9A77-486FF4148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54C723-8E5F-45CD-8719-FE0DD223DF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E3B34DC-9E36-4C85-A239-2676473662D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A2FDE0-1984-439E-BC59-23FB94795DA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F348493-C6EB-4330-8625-7B4E28C5C4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D9E8910-7FE7-4538-8A1E-3C7BB531AF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B0EE15-342D-412A-9E13-593FE00D33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8CA8B1-E714-44B7-9217-8A38670ABF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4AB4017-06B9-49EB-A27A-708A3C175E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18B2E5F-997B-470A-885F-7ABEA0436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2D9561C-6868-4CFF-A42B-DED96E7DAF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CDE889-A94B-41A7-B362-B536C374B8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DB20C1C-9D80-4285-80FF-153729C078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9CC5447-7E9D-4FD1-95DA-CE8100CD94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1C7A05-1254-4291-9616-C00E672DBF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CBF3542-FA22-472D-B46F-BE4027A616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98FEC5-387D-4796-989C-475308D24A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3590762a9e487c" /><Relationship Type="http://schemas.openxmlformats.org/officeDocument/2006/relationships/slideLayout" Target="/ppt/slideLayouts/slideLayout1.xml" Id="R59f16239eb2d45e4" /><Relationship Type="http://schemas.openxmlformats.org/officeDocument/2006/relationships/slideLayout" Target="/ppt/slideLayouts/slideLayout2.xml" Id="R6c1e73b377864b27" /><Relationship Type="http://schemas.openxmlformats.org/officeDocument/2006/relationships/slideLayout" Target="/ppt/slideLayouts/slideLayout3.xml" Id="R925dea71d6204402" /><Relationship Type="http://schemas.openxmlformats.org/officeDocument/2006/relationships/slideLayout" Target="/ppt/slideLayouts/slideLayout4.xml" Id="Rc41efe91ed094a88" /><Relationship Type="http://schemas.openxmlformats.org/officeDocument/2006/relationships/slideLayout" Target="/ppt/slideLayouts/slideLayout5.xml" Id="Rdc0bd52d5288480f" /><Relationship Type="http://schemas.openxmlformats.org/officeDocument/2006/relationships/slideLayout" Target="/ppt/slideLayouts/slideLayout6.xml" Id="R1d0d37a1f4cf4731" /><Relationship Type="http://schemas.openxmlformats.org/officeDocument/2006/relationships/slideLayout" Target="/ppt/slideLayouts/slideLayout7.xml" Id="R67f333d1d7654d71" /><Relationship Type="http://schemas.openxmlformats.org/officeDocument/2006/relationships/slideLayout" Target="/ppt/slideLayouts/slideLayout8.xml" Id="Ra8c94761f4984b6c" /><Relationship Type="http://schemas.openxmlformats.org/officeDocument/2006/relationships/slideLayout" Target="/ppt/slideLayouts/slideLayout9.xml" Id="Rd8a035822d2f4651" /><Relationship Type="http://schemas.openxmlformats.org/officeDocument/2006/relationships/slideLayout" Target="/ppt/slideLayouts/slideLayout10.xml" Id="Re8a529eeb85d458a" /><Relationship Type="http://schemas.openxmlformats.org/officeDocument/2006/relationships/slideLayout" Target="/ppt/slideLayouts/slideLayout11.xml" Id="R0f525c8c0e2344b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CA315A0-3EA2-48F9-B4D0-934A20613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7487D4-61D7-4345-854E-B193FD6400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0BD06A6-3863-455C-9FB0-87519BBE6F7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B58928-3A6A-446A-B938-8F64C5B5B07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03E71B-D45B-4442-8A23-B5E7CDC2300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f16239eb2d45e4"/>
    <p:sldLayoutId xmlns:r="http://schemas.openxmlformats.org/officeDocument/2006/relationships" id="2147483650" r:id="R6c1e73b377864b27"/>
    <p:sldLayoutId xmlns:r="http://schemas.openxmlformats.org/officeDocument/2006/relationships" id="2147483651" r:id="R925dea71d6204402"/>
    <p:sldLayoutId xmlns:r="http://schemas.openxmlformats.org/officeDocument/2006/relationships" id="2147483652" r:id="Rc41efe91ed094a88"/>
    <p:sldLayoutId xmlns:r="http://schemas.openxmlformats.org/officeDocument/2006/relationships" id="2147483653" r:id="Rdc0bd52d5288480f"/>
    <p:sldLayoutId xmlns:r="http://schemas.openxmlformats.org/officeDocument/2006/relationships" id="2147483654" r:id="R1d0d37a1f4cf4731"/>
    <p:sldLayoutId xmlns:r="http://schemas.openxmlformats.org/officeDocument/2006/relationships" id="2147483655" r:id="R67f333d1d7654d71"/>
    <p:sldLayoutId xmlns:r="http://schemas.openxmlformats.org/officeDocument/2006/relationships" id="2147483656" r:id="Ra8c94761f4984b6c"/>
    <p:sldLayoutId xmlns:r="http://schemas.openxmlformats.org/officeDocument/2006/relationships" id="2147483657" r:id="Rd8a035822d2f4651"/>
    <p:sldLayoutId xmlns:r="http://schemas.openxmlformats.org/officeDocument/2006/relationships" id="2147483658" r:id="Re8a529eeb85d458a"/>
    <p:sldLayoutId xmlns:r="http://schemas.openxmlformats.org/officeDocument/2006/relationships" id="2147483659" r:id="R0f525c8c0e2344b5"/>
  </p:sldLayoutIdLst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a6cc90518f4776" /><Relationship Type="http://schemas.openxmlformats.org/officeDocument/2006/relationships/image" Target="/ppt/media/image.png" Id="R326f6dff4927494a" /><Relationship Type="http://schemas.openxmlformats.org/officeDocument/2006/relationships/notesSlide" Target="/ppt/notesSlides/notesSlide1.xml" Id="R6acc053d8e604d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2f43eed09a4706" /><Relationship Type="http://schemas.openxmlformats.org/officeDocument/2006/relationships/image" Target="/ppt/media/image2.png" Id="R04d412d8a0a6442f" /><Relationship Type="http://schemas.openxmlformats.org/officeDocument/2006/relationships/notesSlide" Target="/ppt/notesSlides/notesSlide2.xml" Id="R97fb3d2e12024a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46e201dde548ae" /><Relationship Type="http://schemas.openxmlformats.org/officeDocument/2006/relationships/image" Target="/ppt/media/image3.png" Id="R1d9afb12d2c84e21" /><Relationship Type="http://schemas.openxmlformats.org/officeDocument/2006/relationships/notesSlide" Target="/ppt/notesSlides/notesSlide3.xml" Id="Rc523a9a978874b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b1749771814600" /><Relationship Type="http://schemas.openxmlformats.org/officeDocument/2006/relationships/image" Target="/ppt/media/image4.png" Id="R1ad6b2a1f2414372" /><Relationship Type="http://schemas.openxmlformats.org/officeDocument/2006/relationships/notesSlide" Target="/ppt/notesSlides/notesSlide4.xml" Id="Refbb601d898b4a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f8300886284abf" /><Relationship Type="http://schemas.openxmlformats.org/officeDocument/2006/relationships/image" Target="/ppt/media/image5.png" Id="R809783d3962d4423" /><Relationship Type="http://schemas.openxmlformats.org/officeDocument/2006/relationships/notesSlide" Target="/ppt/notesSlides/notesSlide5.xml" Id="Ra5cb2b5af90e4a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015b72df89a46c5" /><Relationship Type="http://schemas.openxmlformats.org/officeDocument/2006/relationships/image" Target="/ppt/media/image6.png" Id="Rba3efdfc79d54c04" /><Relationship Type="http://schemas.openxmlformats.org/officeDocument/2006/relationships/notesSlide" Target="/ppt/notesSlides/notesSlide6.xml" Id="R8d63674f521b4c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6ebeb3fdde490d" /><Relationship Type="http://schemas.openxmlformats.org/officeDocument/2006/relationships/image" Target="/ppt/media/image7.png" Id="Re1002f0d628745f5" /><Relationship Type="http://schemas.openxmlformats.org/officeDocument/2006/relationships/notesSlide" Target="/ppt/notesSlides/notesSlide7.xml" Id="R702b43171b5f45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fc45120f5b4d92" /><Relationship Type="http://schemas.openxmlformats.org/officeDocument/2006/relationships/image" Target="/ppt/media/image8.png" Id="Rfffd77fbf3c54ae0" /><Relationship Type="http://schemas.openxmlformats.org/officeDocument/2006/relationships/notesSlide" Target="/ppt/notesSlides/notesSlide8.xml" Id="R007cd4735e784ae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f6dff492749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568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412d8a0a644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4379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afb12d2c84e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1333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d6b2a1f24143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0485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9783d3962d44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4395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3efdfc79d54c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34054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002f0d628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29095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fd77fbf3c54a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3203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2026-08-04T08:16:55.9260000Z</dcterms:created>
  <dcterms:modified xsi:type="dcterms:W3CDTF">2026-08-04T08:16:55.9260000Z</dcterms:modified>
</coreProperties>
</file>