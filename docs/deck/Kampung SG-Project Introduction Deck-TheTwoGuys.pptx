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2d7c101cc14652" /><Relationship Type="http://schemas.openxmlformats.org/officeDocument/2006/relationships/extended-properties" Target="/docProps/app.xml" Id="R60b9aec847814d4d" /><Relationship Type="http://schemas.openxmlformats.org/officeDocument/2006/relationships/officeDocument" Target="/ppt/presentation.xml" Id="Rf10a7905caea46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2b7a50bb0441b9"/>
  </p:sldMasterIdLst>
  <p:notesMasterIdLst>
    <p:notesMasterId xmlns:r="http://schemas.openxmlformats.org/officeDocument/2006/relationships" r:id="R452f9c9d3cf54261"/>
  </p:notesMasterIdLst>
  <p:sldIdLst>
    <p:sldId xmlns:r="http://schemas.openxmlformats.org/officeDocument/2006/relationships" id="256" r:id="Red35c0ed6f6b4c24"/>
    <p:sldId xmlns:r="http://schemas.openxmlformats.org/officeDocument/2006/relationships" id="257" r:id="R7c6ed2c9c260449a"/>
    <p:sldId xmlns:r="http://schemas.openxmlformats.org/officeDocument/2006/relationships" id="258" r:id="R4c5d0bb7d6cf41e5"/>
    <p:sldId xmlns:r="http://schemas.openxmlformats.org/officeDocument/2006/relationships" id="259" r:id="Rd500229772914e91"/>
    <p:sldId xmlns:r="http://schemas.openxmlformats.org/officeDocument/2006/relationships" id="260" r:id="R0dcb9fc1ab294bb4"/>
    <p:sldId xmlns:r="http://schemas.openxmlformats.org/officeDocument/2006/relationships" id="261" r:id="R31dcccc9ab7a4910"/>
    <p:sldId xmlns:r="http://schemas.openxmlformats.org/officeDocument/2006/relationships" id="262" r:id="Rb0b490140af4463b"/>
    <p:sldId xmlns:r="http://schemas.openxmlformats.org/officeDocument/2006/relationships" id="263" r:id="Rfe4256723af547c0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317eac30be42c4" /><Relationship Type="http://schemas.openxmlformats.org/officeDocument/2006/relationships/slideMaster" Target="/ppt/slideMasters/slideMaster1.xml" Id="Rf02b7a50bb0441b9" /><Relationship Type="http://schemas.openxmlformats.org/officeDocument/2006/relationships/notesMaster" Target="/ppt/notesMasters/notesMaster1.xml" Id="R452f9c9d3cf54261" /><Relationship Type="http://schemas.openxmlformats.org/officeDocument/2006/relationships/presProps" Target="/ppt/presProps.xml" Id="R4c67aa662b1e40ad" /><Relationship Type="http://schemas.openxmlformats.org/officeDocument/2006/relationships/tableStyles" Target="/ppt/tableStyles.xml" Id="R6f55a04258314fbc" /><Relationship Type="http://schemas.openxmlformats.org/officeDocument/2006/relationships/slide" Target="/ppt/slides/slide1.xml" Id="Red35c0ed6f6b4c24" /><Relationship Type="http://schemas.openxmlformats.org/officeDocument/2006/relationships/slide" Target="/ppt/slides/slide2.xml" Id="R7c6ed2c9c260449a" /><Relationship Type="http://schemas.openxmlformats.org/officeDocument/2006/relationships/slide" Target="/ppt/slides/slide3.xml" Id="R4c5d0bb7d6cf41e5" /><Relationship Type="http://schemas.openxmlformats.org/officeDocument/2006/relationships/slide" Target="/ppt/slides/slide4.xml" Id="Rd500229772914e91" /><Relationship Type="http://schemas.openxmlformats.org/officeDocument/2006/relationships/slide" Target="/ppt/slides/slide5.xml" Id="R0dcb9fc1ab294bb4" /><Relationship Type="http://schemas.openxmlformats.org/officeDocument/2006/relationships/slide" Target="/ppt/slides/slide6.xml" Id="R31dcccc9ab7a4910" /><Relationship Type="http://schemas.openxmlformats.org/officeDocument/2006/relationships/slide" Target="/ppt/slides/slide7.xml" Id="Rb0b490140af4463b" /><Relationship Type="http://schemas.openxmlformats.org/officeDocument/2006/relationships/slide" Target="/ppt/slides/slide8.xml" Id="Rfe4256723af547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c6a8963c1e43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6cd4ca9cef42e5" /><Relationship Type="http://schemas.openxmlformats.org/officeDocument/2006/relationships/notesMaster" Target="/ppt/notesMasters/notesMaster1.xml" Id="Rd956fc021c0643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6e1d25b44141e0" /><Relationship Type="http://schemas.openxmlformats.org/officeDocument/2006/relationships/notesMaster" Target="/ppt/notesMasters/notesMaster1.xml" Id="R40379caf834244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129e942880426e" /><Relationship Type="http://schemas.openxmlformats.org/officeDocument/2006/relationships/notesMaster" Target="/ppt/notesMasters/notesMaster1.xml" Id="R80c03da87b0c49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8d9306b08a4da2" /><Relationship Type="http://schemas.openxmlformats.org/officeDocument/2006/relationships/notesMaster" Target="/ppt/notesMasters/notesMaster1.xml" Id="R268c84f4d58047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11fc5d96954779" /><Relationship Type="http://schemas.openxmlformats.org/officeDocument/2006/relationships/notesMaster" Target="/ppt/notesMasters/notesMaster1.xml" Id="R1800bc73dae24d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6aef0202034dcf" /><Relationship Type="http://schemas.openxmlformats.org/officeDocument/2006/relationships/notesMaster" Target="/ppt/notesMasters/notesMaster1.xml" Id="R0a6bd8e9c4e44e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05315e5a9b482d" /><Relationship Type="http://schemas.openxmlformats.org/officeDocument/2006/relationships/notesMaster" Target="/ppt/notesMasters/notesMaster1.xml" Id="Ra52bc4a9c5124f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d1481d0ea14d1f" /><Relationship Type="http://schemas.openxmlformats.org/officeDocument/2006/relationships/notesMaster" Target="/ppt/notesMasters/notesMaster1.xml" Id="Rb8a863c2255b44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Kampung SG is now a five-part campaign. Older residents are not problems to solve; they are the people whose knowledge moves the story and visibly reshapes an enterable HDB estate. Every small act grows the kampung.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official challenge brief says that by 2030 nearly one in four Singapore citizens will be aged 65 and above. We respond with dignity, purpose, independence and social bonds: contributors rather than patients.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player moves from Y’s flat through three sequential chapters and The Last Door, then keeps exploring. Homes, a corridor, workshop, shops and halls are enterable. The full story asks for three helpers and five invitees. There is no timer, energy bar or failure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KampungMind is the headline AI feature. Each NPC has reviewed personality, role, expertise, knowledge, memory rules and authored intents. Deterministic scoring selects context-appropriate greetings, clues, requests, reminders and reflections; stable IDs break ties and no text is generated at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first CodeBuddy run failed its gate, and the correction attempt hit 429 credits exhausted. We preserved that evidence. Later AI-assisted work added the pure campaign reducer, KampungMind and expanded checks. A real OpenAI image-generation pass produced one visual target; human review rejected direct runtime use and translated its strongest idea into four verified code-drawn activity vignettes. We treat AI output as a pull request, not a deliverable, and we do not relabel this as Miora.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Strict TypeScript, 75 unit tests, 60 production-browser checks and zero known vulnerabilities support the current build. KampungMind and every save remain in the browser: no account, backend, analytics or personal-data collection. Audio is synthesized at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separate software evidence from impact claims. The campaign, persistence, inputs and browser paths are automated; human playtesting, real-device accessibility and any social outcome are not claimed. Kampung SG makes no medical, cognitive, memory or dementia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are TheTwoGuys. The public repository contains the current code, prompts, failed-run record, claim guardrails and reproducible gate. The game is playable in a browser with no install or account. Every small act grows the kampung.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e893c5505c49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d280500a9d4b8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8a0d5820924f2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9b58001b3748a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b7a8a2db9746a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a04874e10a48c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ca1cc3e32a426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77b7f767e496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7da8d548634e2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3b917c7aab4e0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5b11d34c8a459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1FD1CE-6BF0-4E45-84F0-522B758F620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02A351F-5A65-421C-94FB-CABD574D8C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739C60-D861-4DA4-A345-E59614BFF0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382CE9-2D9B-4800-9640-C2770FF0EE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27FB7B-D7A7-4072-AEA1-94537E49F7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AF7427-FD55-4258-B751-6210CC8F2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CA03BDE-FDE6-4C6D-A7B0-B9228E26AA4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21FD21-4B06-4136-A8C8-D0FEBEB06F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001F3F-6C06-4BAE-AB45-CB33413C1B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FC683E-A124-4B75-8A89-0FDA1696F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EC171A2-1FD9-4843-9D60-92BDE931C5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C765554-C971-4921-B50D-FBF09E2478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1CA3DD-D0B6-4AD5-B561-4DC44335B3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F3E7F0-597C-4C8D-A505-69245E91A9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3F8A4F-BDCB-4FD1-AD9E-E46B06C06B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5079F8-B659-4C60-885D-99FB0EB440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23E29B4-02EB-40F9-9A10-F913E658EFA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C501408-417D-496B-B0A5-0031047B90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B66992-AD23-47F7-9AF5-D440867B27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DD7D0FC-0540-44B6-89FD-62F386D3E6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B5DA8AD-9883-4C89-9D78-0A9243554E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C911E3-B589-42D7-A650-7E42DBC99D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A76431-AF6E-4061-B597-634764189D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0862168-B883-44B0-B713-1C6E5603072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0A8E63E-06D4-4307-90D3-98CC7E1DEA7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5280A80-F941-40A0-9FA2-8BEDA109825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2A3660C-19B6-470C-AF1B-2D5EC27960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A535B3-CC9A-43CA-AF2F-66ED8D545C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F726C76-6EB5-43B6-9078-EB94316008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220337-B3AE-459B-BDBD-A7391D7920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F9D954C-C477-4124-AAA1-0B5A5DEE0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D2AECE1-0382-46B8-9EE1-C32619105B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36436D2-9050-448B-8910-AE7F11784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40D1774-A3C0-4E3D-BBC0-D9074EE08A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FD35901-E497-405F-B065-26F0968A89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DC40336-721C-4DF6-B3EA-6E269461AA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168ADB-1EB7-4A44-A9BC-0F8E70C2C7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B1DB48-5666-4F5F-A72E-77C191D9C3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2C4F344-2414-4F71-BF31-7225746AE9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848FA19-6153-46B3-88E9-3D9070C20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AE2D7F-86F1-4B5B-9986-4C93693F7A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E9B485-FD71-4E8A-9A77-486FF4148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54C723-8E5F-45CD-8719-FE0DD223DF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E3B34DC-9E36-4C85-A239-2676473662D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A2FDE0-1984-439E-BC59-23FB94795D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F348493-C6EB-4330-8625-7B4E28C5C4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D9E8910-7FE7-4538-8A1E-3C7BB531AF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B0EE15-342D-412A-9E13-593FE00D33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8CA8B1-E714-44B7-9217-8A38670ABF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4AB4017-06B9-49EB-A27A-708A3C175E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8B2E5F-997B-470A-885F-7ABEA0436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D9561C-6868-4CFF-A42B-DED96E7DAF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CDE889-A94B-41A7-B362-B536C374B8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DB20C1C-9D80-4285-80FF-153729C078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9CC5447-7E9D-4FD1-95DA-CE8100CD94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1C7A05-1254-4291-9616-C00E672DBF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CBF3542-FA22-472D-B46F-BE4027A616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98FEC5-387D-4796-989C-475308D24A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ad923426b147b5" /><Relationship Type="http://schemas.openxmlformats.org/officeDocument/2006/relationships/slideLayout" Target="/ppt/slideLayouts/slideLayout1.xml" Id="Rc7152adab85b4841" /><Relationship Type="http://schemas.openxmlformats.org/officeDocument/2006/relationships/slideLayout" Target="/ppt/slideLayouts/slideLayout2.xml" Id="Rfaa65baeca7e4926" /><Relationship Type="http://schemas.openxmlformats.org/officeDocument/2006/relationships/slideLayout" Target="/ppt/slideLayouts/slideLayout3.xml" Id="Re401ac4b016d4d08" /><Relationship Type="http://schemas.openxmlformats.org/officeDocument/2006/relationships/slideLayout" Target="/ppt/slideLayouts/slideLayout4.xml" Id="R3a4cdf947eb8444d" /><Relationship Type="http://schemas.openxmlformats.org/officeDocument/2006/relationships/slideLayout" Target="/ppt/slideLayouts/slideLayout5.xml" Id="R5e25b99f646546d0" /><Relationship Type="http://schemas.openxmlformats.org/officeDocument/2006/relationships/slideLayout" Target="/ppt/slideLayouts/slideLayout6.xml" Id="R6574962f6ee64d4a" /><Relationship Type="http://schemas.openxmlformats.org/officeDocument/2006/relationships/slideLayout" Target="/ppt/slideLayouts/slideLayout7.xml" Id="Rf3ca89b4280f4848" /><Relationship Type="http://schemas.openxmlformats.org/officeDocument/2006/relationships/slideLayout" Target="/ppt/slideLayouts/slideLayout8.xml" Id="R9266b93598ee41a9" /><Relationship Type="http://schemas.openxmlformats.org/officeDocument/2006/relationships/slideLayout" Target="/ppt/slideLayouts/slideLayout9.xml" Id="R8656246f700845e4" /><Relationship Type="http://schemas.openxmlformats.org/officeDocument/2006/relationships/slideLayout" Target="/ppt/slideLayouts/slideLayout10.xml" Id="R060313ea168448c5" /><Relationship Type="http://schemas.openxmlformats.org/officeDocument/2006/relationships/slideLayout" Target="/ppt/slideLayouts/slideLayout11.xml" Id="Re2ba21243d5c466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CA315A0-3EA2-48F9-B4D0-934A20613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7487D4-61D7-4345-854E-B193FD6400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BD06A6-3863-455C-9FB0-87519BBE6F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B58928-3A6A-446A-B938-8F64C5B5B07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03E71B-D45B-4442-8A23-B5E7CDC2300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152adab85b4841"/>
    <p:sldLayoutId xmlns:r="http://schemas.openxmlformats.org/officeDocument/2006/relationships" id="2147483650" r:id="Rfaa65baeca7e4926"/>
    <p:sldLayoutId xmlns:r="http://schemas.openxmlformats.org/officeDocument/2006/relationships" id="2147483651" r:id="Re401ac4b016d4d08"/>
    <p:sldLayoutId xmlns:r="http://schemas.openxmlformats.org/officeDocument/2006/relationships" id="2147483652" r:id="R3a4cdf947eb8444d"/>
    <p:sldLayoutId xmlns:r="http://schemas.openxmlformats.org/officeDocument/2006/relationships" id="2147483653" r:id="R5e25b99f646546d0"/>
    <p:sldLayoutId xmlns:r="http://schemas.openxmlformats.org/officeDocument/2006/relationships" id="2147483654" r:id="R6574962f6ee64d4a"/>
    <p:sldLayoutId xmlns:r="http://schemas.openxmlformats.org/officeDocument/2006/relationships" id="2147483655" r:id="Rf3ca89b4280f4848"/>
    <p:sldLayoutId xmlns:r="http://schemas.openxmlformats.org/officeDocument/2006/relationships" id="2147483656" r:id="R9266b93598ee41a9"/>
    <p:sldLayoutId xmlns:r="http://schemas.openxmlformats.org/officeDocument/2006/relationships" id="2147483657" r:id="R8656246f700845e4"/>
    <p:sldLayoutId xmlns:r="http://schemas.openxmlformats.org/officeDocument/2006/relationships" id="2147483658" r:id="R060313ea168448c5"/>
    <p:sldLayoutId xmlns:r="http://schemas.openxmlformats.org/officeDocument/2006/relationships" id="2147483659" r:id="Re2ba21243d5c4667"/>
  </p:sldLayoutIdLst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ed9ca76ed24b27" /><Relationship Type="http://schemas.openxmlformats.org/officeDocument/2006/relationships/image" Target="/ppt/media/image.png" Id="R1703f92537b34155" /><Relationship Type="http://schemas.openxmlformats.org/officeDocument/2006/relationships/notesSlide" Target="/ppt/notesSlides/notesSlide1.xml" Id="R53227818c9f646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37ed4d0d4d449a" /><Relationship Type="http://schemas.openxmlformats.org/officeDocument/2006/relationships/image" Target="/ppt/media/image2.png" Id="R94d2ea8c693c4381" /><Relationship Type="http://schemas.openxmlformats.org/officeDocument/2006/relationships/notesSlide" Target="/ppt/notesSlides/notesSlide2.xml" Id="R44cff617ce5041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325bc2cf7b45d1" /><Relationship Type="http://schemas.openxmlformats.org/officeDocument/2006/relationships/image" Target="/ppt/media/image3.png" Id="R6171989a892446f2" /><Relationship Type="http://schemas.openxmlformats.org/officeDocument/2006/relationships/notesSlide" Target="/ppt/notesSlides/notesSlide3.xml" Id="R510b486b079445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35ae9f5f73492a" /><Relationship Type="http://schemas.openxmlformats.org/officeDocument/2006/relationships/image" Target="/ppt/media/image4.png" Id="R458215b7b9c34d26" /><Relationship Type="http://schemas.openxmlformats.org/officeDocument/2006/relationships/notesSlide" Target="/ppt/notesSlides/notesSlide4.xml" Id="R997e8afeac904a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480d9e16524d35" /><Relationship Type="http://schemas.openxmlformats.org/officeDocument/2006/relationships/image" Target="/ppt/media/image5.png" Id="R3c970d6c6ab4422e" /><Relationship Type="http://schemas.openxmlformats.org/officeDocument/2006/relationships/notesSlide" Target="/ppt/notesSlides/notesSlide5.xml" Id="Ra5228ac864bb4d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b728aa62624b31" /><Relationship Type="http://schemas.openxmlformats.org/officeDocument/2006/relationships/image" Target="/ppt/media/image6.png" Id="R1c472f5b6de34fe1" /><Relationship Type="http://schemas.openxmlformats.org/officeDocument/2006/relationships/notesSlide" Target="/ppt/notesSlides/notesSlide6.xml" Id="R3fa7e4c5615e46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010f781139421c" /><Relationship Type="http://schemas.openxmlformats.org/officeDocument/2006/relationships/image" Target="/ppt/media/image7.png" Id="Rd9322fbbe1f6469c" /><Relationship Type="http://schemas.openxmlformats.org/officeDocument/2006/relationships/notesSlide" Target="/ppt/notesSlides/notesSlide7.xml" Id="R9f488054ca1749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b9c06bbabe4417" /><Relationship Type="http://schemas.openxmlformats.org/officeDocument/2006/relationships/image" Target="/ppt/media/image8.png" Id="Rc29b6a2c8be044e2" /><Relationship Type="http://schemas.openxmlformats.org/officeDocument/2006/relationships/notesSlide" Target="/ppt/notesSlides/notesSlide8.xml" Id="R05797ad27fad415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3f92537b341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568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d2ea8c693c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4379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71989a892446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1333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8215b7b9c34d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0485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70d6c6ab442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4395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472f5b6de34f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4054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322fbbe1f6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909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b6a2c8be044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3203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2026-08-04T01:58:45.9290000Z</dcterms:created>
  <dcterms:modified xsi:type="dcterms:W3CDTF">2026-08-04T01:58:45.9290000Z</dcterms:modified>
</coreProperties>
</file>