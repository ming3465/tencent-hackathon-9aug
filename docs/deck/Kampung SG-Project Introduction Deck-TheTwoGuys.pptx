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Kampung SG. You walk into one HDB estate and meet three older neighbours, and they are not problems to be solved. They are the people who know how to grow herbs here, who host the void deck, who know which route stays dry in the afternoon. You choose which of their invitations to join, and the neighbourhood visibly changes because of it. Every small act grows the kampung.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for this challenge gives us the number: by 2030, nearly one in four Singapore citizens will be aged 65 and above. It defines Age Well as security, independence, dignity, purpose, social bonds, and technology that includes rather than excludes. So we asked one question: what does a game look like if it treats an older resident as the person with the expertise, and the neighbourhood as the thing that needs their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neighbourhood is walked, not picked from a list. You move through six named areas and activities are discovered wherever you happen to go, in any order you like. Complete any three and the day closes with an evening gathering at the void deck. No timer, no energy bar, no failure state, nothing to 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Aunty Mei decides what the garden grows and teaches younger neighbours when to harvest. Uncle Ravi turns a noticeboard full of notices into an invitation. Mdm Siti maps sun and rain from walking the route every day, and her knowledge drives the shelter plan. Both choices are always valid, the game never tells you that you chose wrong. And the evening reflection is written from the choices you actually made, not from generic 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team here will tell you their AI tool worked great. Ours didn't, the first time. CodeBuddy wrote our initial codebase, then blew its turn limit and handed us type errors, three failing tests and a timer race. Our verification gate caught all of it, and we fixed it. When we asked CodeBuddy to correct itself, the account returned 429, credits exhausted. We didn't buy credits and we didn't invent extra runs to make this slide look better. We treat AI output as a pull request, not a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title screen ships 24 kilobytes of JavaScript; the game engine only downloads when you press Begin, which matters on an older phone. Fifty-nine deterministic tests cover the domain logic, and a nineteen-check Chrome DevTools smoke test drives the real production bundle at a 360-pixel viewport. There is no backend, no account, no analytics and no personal data, because nothing is ever collected. All sound is synthesised at runtime, so there are no audio files to fail to load.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precise about the difference between what we built and what we have proven. The software is verified: type checking, fifty-nine tests, a clean audit, and a browser smoke test on the real production bundle. The social impact is a design hypothesis. And we wrote our claim guardrails before we wrote the game: Kampung SG does not diagnose, measure, prevent, delay, or treat anything. On a health-adjacent topic, that restraint is the design, not a limitation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TheTwoGuys. Everything you have seen is in the repository, including the prompts we used, the AI usage log with the failed run written into it, and the guardrails we set before we started. Kampung SG is playable right now in any browser, with no install and no account. Thank you, and every small act grows the kampung.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