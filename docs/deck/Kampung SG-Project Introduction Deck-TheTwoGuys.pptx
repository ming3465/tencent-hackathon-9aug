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bf98ddc40f48b8" /><Relationship Type="http://schemas.openxmlformats.org/officeDocument/2006/relationships/extended-properties" Target="/docProps/app.xml" Id="R2ca054a580f54868" /><Relationship Type="http://schemas.openxmlformats.org/officeDocument/2006/relationships/officeDocument" Target="/ppt/presentation.xml" Id="R90059653885f4e2f" /></Relationships>
</file>

<file path=ppt/presentation.xml><?xml version="1.0" encoding="utf-8"?>
<p:presentation xmlns:p="http://schemas.openxmlformats.org/presentationml/2006/main">
  <p:sldMasterIdLst>
    <p:sldMasterId xmlns:r="http://schemas.openxmlformats.org/officeDocument/2006/relationships" id="2147483648" r:id="R12f2e8dbd28f4a86"/>
  </p:sldMasterIdLst>
  <p:notesMasterIdLst>
    <p:notesMasterId xmlns:r="http://schemas.openxmlformats.org/officeDocument/2006/relationships" r:id="Rd13d96c0265e4096"/>
  </p:notesMasterIdLst>
  <p:sldIdLst>
    <p:sldId xmlns:r="http://schemas.openxmlformats.org/officeDocument/2006/relationships" id="256" r:id="Rd3b3832091ff46d2"/>
    <p:sldId xmlns:r="http://schemas.openxmlformats.org/officeDocument/2006/relationships" id="257" r:id="R1eb5ea89edcf4533"/>
    <p:sldId xmlns:r="http://schemas.openxmlformats.org/officeDocument/2006/relationships" id="258" r:id="R44b0d49eae8d4b3b"/>
    <p:sldId xmlns:r="http://schemas.openxmlformats.org/officeDocument/2006/relationships" id="259" r:id="R7ee1277332af4b4a"/>
    <p:sldId xmlns:r="http://schemas.openxmlformats.org/officeDocument/2006/relationships" id="260" r:id="Ra8a84ab5a1ea4f6a"/>
    <p:sldId xmlns:r="http://schemas.openxmlformats.org/officeDocument/2006/relationships" id="261" r:id="Rfefeafe6a2014c4c"/>
    <p:sldId xmlns:r="http://schemas.openxmlformats.org/officeDocument/2006/relationships" id="262" r:id="R6f1a47f2abfe4ce5"/>
    <p:sldId xmlns:r="http://schemas.openxmlformats.org/officeDocument/2006/relationships" id="263" r:id="Re8c87b4eb9924e41"/>
  </p:sldIdLst>
  <p:sldSz cx="1219169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034107154f45fc" /><Relationship Type="http://schemas.openxmlformats.org/officeDocument/2006/relationships/slideMaster" Target="/ppt/slideMasters/slideMaster1.xml" Id="R12f2e8dbd28f4a86" /><Relationship Type="http://schemas.openxmlformats.org/officeDocument/2006/relationships/notesMaster" Target="/ppt/notesMasters/notesMaster1.xml" Id="Rd13d96c0265e4096" /><Relationship Type="http://schemas.openxmlformats.org/officeDocument/2006/relationships/presProps" Target="/ppt/presProps.xml" Id="Rff5a0c4f7fc34e22" /><Relationship Type="http://schemas.openxmlformats.org/officeDocument/2006/relationships/tableStyles" Target="/ppt/tableStyles.xml" Id="R40b023e888d14630" /><Relationship Type="http://schemas.openxmlformats.org/officeDocument/2006/relationships/slide" Target="/ppt/slides/slide1.xml" Id="Rd3b3832091ff46d2" /><Relationship Type="http://schemas.openxmlformats.org/officeDocument/2006/relationships/slide" Target="/ppt/slides/slide2.xml" Id="R1eb5ea89edcf4533" /><Relationship Type="http://schemas.openxmlformats.org/officeDocument/2006/relationships/slide" Target="/ppt/slides/slide3.xml" Id="R44b0d49eae8d4b3b" /><Relationship Type="http://schemas.openxmlformats.org/officeDocument/2006/relationships/slide" Target="/ppt/slides/slide4.xml" Id="R7ee1277332af4b4a" /><Relationship Type="http://schemas.openxmlformats.org/officeDocument/2006/relationships/slide" Target="/ppt/slides/slide5.xml" Id="Ra8a84ab5a1ea4f6a" /><Relationship Type="http://schemas.openxmlformats.org/officeDocument/2006/relationships/slide" Target="/ppt/slides/slide6.xml" Id="Rfefeafe6a2014c4c" /><Relationship Type="http://schemas.openxmlformats.org/officeDocument/2006/relationships/slide" Target="/ppt/slides/slide7.xml" Id="R6f1a47f2abfe4ce5" /><Relationship Type="http://schemas.openxmlformats.org/officeDocument/2006/relationships/slide" Target="/ppt/slides/slide8.xml" Id="Re8c87b4eb9924e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9c2ce6fc10480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20db7abc4c47f8" /><Relationship Type="http://schemas.openxmlformats.org/officeDocument/2006/relationships/notesMaster" Target="/ppt/notesMasters/notesMaster1.xml" Id="Re5d96329fa3f49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3e0b14e3d34d94" /><Relationship Type="http://schemas.openxmlformats.org/officeDocument/2006/relationships/notesMaster" Target="/ppt/notesMasters/notesMaster1.xml" Id="Rb35fd8334b9c46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e3849930534fdb" /><Relationship Type="http://schemas.openxmlformats.org/officeDocument/2006/relationships/notesMaster" Target="/ppt/notesMasters/notesMaster1.xml" Id="Raf941048c32b48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1ef1ded2c44944" /><Relationship Type="http://schemas.openxmlformats.org/officeDocument/2006/relationships/notesMaster" Target="/ppt/notesMasters/notesMaster1.xml" Id="R3d07e4def13745f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4363248e784e01" /><Relationship Type="http://schemas.openxmlformats.org/officeDocument/2006/relationships/notesMaster" Target="/ppt/notesMasters/notesMaster1.xml" Id="Rf96a393269394d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a32c297a1a46e2" /><Relationship Type="http://schemas.openxmlformats.org/officeDocument/2006/relationships/notesMaster" Target="/ppt/notesMasters/notesMaster1.xml" Id="Rccf8e4d5e2f748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d2f15e66be4162" /><Relationship Type="http://schemas.openxmlformats.org/officeDocument/2006/relationships/notesMaster" Target="/ppt/notesMasters/notesMaster1.xml" Id="R03f41d4c916046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e40238e9dac4378" /><Relationship Type="http://schemas.openxmlformats.org/officeDocument/2006/relationships/notesMaster" Target="/ppt/notesMasters/notesMaster1.xml" Id="R66bb5cf7f2d84d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Kampung SG is now a five-part campaign. Older residents are not problems to solve; they are the people whose knowledge moves the story and visibly reshapes an enterable HDB estate. Every small act grows the kampung.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official challenge brief says that by 2030 nearly one in four Singapore citizens will be aged 65 and above. We respond with dignity, purpose, independence and social bonds: contributors rather than patients.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player moves from Y’s flat through three sequential chapters and The Last Door, then keeps exploring. Homes, a corridor, workshop, shops and halls are enterable. The full story asks for three helpers and five invitees. There is no timer, energy bar or failure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KampungMind is the headline AI feature. Each NPC has reviewed personality, role, expertise, knowledge, memory rules and authored intents. Deterministic scoring selects context-appropriate greetings, clues, requests, reminders and reflections; stable IDs break ties and no text is generated at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CodeBuddy run failed its gate, and the correction attempt hit 429 credits exhausted. We preserved that evidence. Later AI-assisted work added the pure campaign reducer, KampungMind and expanded checks. Four real OpenAI image-generation workflows produced visual direction for the title, activity density, estate prop clusters, and resident silhouettes. Human review rejected direct runtime use and translated selected ideas into three original code-drawn systems, including four verified activity vignettes and the authored resident cast grammar. We treat AI output as a pull request, not a deliverable, and we do not relabel this as Miora.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Strict TypeScript, 79 unit tests (27 campaign, 31 match, 17 audio and 4 accessibility), 60 production-browser checks and zero known vulnerabilities support the current build. The private build is 84.76 kB HTML (15.26 kB gzip), 114.37 kB initial JavaScript (35.06 kB gzip), and 1,609.14 kB lazy scene code (376.46 kB gzip). Connection-aware idle prefetch follows the title art; Start reuses one cached load with cancel/retry recovery. KampungMind and every save remain in the browser: no account, backend, analytics or personal-data collection. Audio is synthesized at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separate software evidence from impact claims. The campaign, persistence, inputs and browser paths are automated; human playtesting, real-device accessibility and any social outcome are not claimed. Kampung SG makes no medical, cognitive, memory or dementia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TheTwoGuys. The project source preserves the current code, prompts, failed-run record, claim guardrails and reproducible local gate. The public browser build remains playable with no install or account; this latest local polish pass still requires explicit release approval before deployment. Every small act grows the kampung.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7102c65a4342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89f8cc3689645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a0495e2ad840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24b1dc0f5614d3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456a4286bbd4e2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d8d113ba8742c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9ecf6e62e2a43a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ac34a27f2064b6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c427fcfc08445c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a7557590ab8f45d9"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6f57bb90fe91419e"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81FD1CE-6BF0-4E45-84F0-522B758F620A}"/>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02A351F-5A65-421C-94FB-CABD574D8C5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D6739C60-D861-4DA4-A345-E59614BFF0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382CE9-2D9B-4800-9640-C2770FF0EEE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C27FB7B-D7A7-4072-AEA1-94537E49F7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AF7427-FD55-4258-B751-6210CC8F2F0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CA03BDE-FDE6-4C6D-A7B0-B9228E26AA4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B821FD21-4B06-4136-A8C8-D0FEBEB06F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4001F3F-6C06-4BAE-AB45-CB33413C1BE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17FC683E-A124-4B75-8A89-0FDA1696F04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EC171A2-1FD9-4843-9D60-92BDE931C517}"/>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EC765554-C971-4921-B50D-FBF09E24781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401CA3DD-D0B6-4AD5-B561-4DC44335B37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C2F3E7F0-597C-4C8D-A505-69245E91A9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E3F8A4F-BDCB-4FD1-AD9E-E46B06C06B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C5079F8-B659-4C60-885D-99FB0EB440A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23E29B4-02EB-40F9-9A10-F913E658EFA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Content Placeholder 3">
            <a:extLst xmlns:a="http://schemas.openxmlformats.org/drawingml/2006/main">
              <a:ext uri="{FF2B5EF4-FFF2-40B4-BE49-F238E27FC236}">
                <a16:creationId xmlns:a16="http://schemas.microsoft.com/office/drawing/2014/main" id="{5C501408-417D-496B-B0A5-0031047B902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1DB66992-AD23-47F7-9AF5-D440867B271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EDD7D0FC-0540-44B6-89FD-62F386D3E6F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BB5DA8AD-9883-4C89-9D78-0A9243554E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0C911E3-B589-42D7-A650-7E42DBC99D9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AA76431-AF6E-4061-B597-634764189D2D}"/>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0862168-B883-44B0-B713-1C6E56030726}"/>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Text Placeholder 4">
            <a:extLst xmlns:a="http://schemas.openxmlformats.org/drawingml/2006/main">
              <a:ext uri="{FF2B5EF4-FFF2-40B4-BE49-F238E27FC236}">
                <a16:creationId xmlns:a16="http://schemas.microsoft.com/office/drawing/2014/main" id="{60A8E63E-06D4-4307-90D3-98CC7E1DEA7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5280A80-F941-40A0-9FA2-8BEDA109825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7" name="Date Placeholder 6">
            <a:extLst xmlns:a="http://schemas.openxmlformats.org/drawingml/2006/main">
              <a:ext uri="{FF2B5EF4-FFF2-40B4-BE49-F238E27FC236}">
                <a16:creationId xmlns:a16="http://schemas.microsoft.com/office/drawing/2014/main" id="{F2A3660C-19B6-470C-AF1B-2D5EC279604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ABA535B3-CC9A-43CA-AF2F-66ED8D545C5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EF726C76-6EB5-43B6-9078-EB943160084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220337-B3AE-459B-BDBD-A7391D79208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0F9D954C-C477-4124-AAA1-0B5A5DEE09A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6D2AECE1-0382-46B8-9EE1-C32619105BA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636436D2-9050-448B-8910-AE7F11784DF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0D1774-A3C0-4E3D-BBC0-D9074EE08AC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6FD35901-E497-405F-B065-26F0968A89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7DC40336-721C-4DF6-B3EA-6E269461AAB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68ADB-1EB7-4A44-A9BC-0F8E70C2C77A}"/>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BB1DB48-5666-4F5F-A72E-77C191D9C311}"/>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ext Placeholder 3">
            <a:extLst xmlns:a="http://schemas.openxmlformats.org/drawingml/2006/main">
              <a:ext uri="{FF2B5EF4-FFF2-40B4-BE49-F238E27FC236}">
                <a16:creationId xmlns:a16="http://schemas.microsoft.com/office/drawing/2014/main" id="{52C4F344-2414-4F71-BF31-7225746AE9A6}"/>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B848FA19-6153-46B3-88E9-3D9070C2095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56AE2D7F-86F1-4B5B-9986-4C93693F7AE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5EE9B485-FD71-4E8A-9A77-486FF41488E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4C723-8E5F-45CD-8719-FE0DD223DFF0}"/>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EE3B34DC-9E36-4C85-A239-2676473662D2}"/>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28A2FDE0-1984-439E-BC59-23FB94795DA3}"/>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F348493-C6EB-4330-8625-7B4E28C5C4F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8D9E8910-7FE7-4538-8A1E-3C7BB531AF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74B0EE15-342D-412A-9E13-593FE00D339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68CA8B1-E714-44B7-9217-8A38670ABF2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34AB4017-06B9-49EB-A27A-708A3C175E16}"/>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218B2E5F-997B-470A-885F-7ABEA043671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2D9561C-6868-4CFF-A42B-DED96E7DAF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0CDE889-A94B-41A7-B362-B536C374B8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1DB20C1C-9D80-4285-80FF-153729C07849}"/>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9CC5447-7E9D-4FD1-95DA-CE8100CD9460}"/>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E41C7A05-1254-4291-9616-C00E672DBF6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CBF3542-FA22-472D-B46F-BE4027A616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298FEC5-387D-4796-989C-475308D24A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055968ba624305" /><Relationship Type="http://schemas.openxmlformats.org/officeDocument/2006/relationships/slideLayout" Target="/ppt/slideLayouts/slideLayout1.xml" Id="Ra10aa9d43baf43c4" /><Relationship Type="http://schemas.openxmlformats.org/officeDocument/2006/relationships/slideLayout" Target="/ppt/slideLayouts/slideLayout2.xml" Id="R933e865443d54963" /><Relationship Type="http://schemas.openxmlformats.org/officeDocument/2006/relationships/slideLayout" Target="/ppt/slideLayouts/slideLayout3.xml" Id="R5f33f448bbc14442" /><Relationship Type="http://schemas.openxmlformats.org/officeDocument/2006/relationships/slideLayout" Target="/ppt/slideLayouts/slideLayout4.xml" Id="R058872a33bae49ec" /><Relationship Type="http://schemas.openxmlformats.org/officeDocument/2006/relationships/slideLayout" Target="/ppt/slideLayouts/slideLayout5.xml" Id="R3b413a92a6ba4a06" /><Relationship Type="http://schemas.openxmlformats.org/officeDocument/2006/relationships/slideLayout" Target="/ppt/slideLayouts/slideLayout6.xml" Id="R66760ea4885648e0" /><Relationship Type="http://schemas.openxmlformats.org/officeDocument/2006/relationships/slideLayout" Target="/ppt/slideLayouts/slideLayout7.xml" Id="R97ebf6e802ec4eec" /><Relationship Type="http://schemas.openxmlformats.org/officeDocument/2006/relationships/slideLayout" Target="/ppt/slideLayouts/slideLayout8.xml" Id="R79a0cc3ec0364b3b" /><Relationship Type="http://schemas.openxmlformats.org/officeDocument/2006/relationships/slideLayout" Target="/ppt/slideLayouts/slideLayout9.xml" Id="R4c5092b73c164b2d" /><Relationship Type="http://schemas.openxmlformats.org/officeDocument/2006/relationships/slideLayout" Target="/ppt/slideLayouts/slideLayout10.xml" Id="R147c302bd43c4155" /><Relationship Type="http://schemas.openxmlformats.org/officeDocument/2006/relationships/slideLayout" Target="/ppt/slideLayouts/slideLayout11.xml" Id="R4056af7935544428"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3CA315A0-3EA2-48F9-B4D0-934A20613E71}"/>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547487D4-61D7-4345-854E-B193FD6400F1}"/>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60BD06A6-3863-455C-9FB0-87519BBE6F76}"/>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BAB58928-3A6A-446A-B938-8F64C5B5B071}"/>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EB03E71B-D45B-4442-8A23-B5E7CDC2300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0aa9d43baf43c4"/>
    <p:sldLayoutId xmlns:r="http://schemas.openxmlformats.org/officeDocument/2006/relationships" id="2147483650" r:id="R933e865443d54963"/>
    <p:sldLayoutId xmlns:r="http://schemas.openxmlformats.org/officeDocument/2006/relationships" id="2147483651" r:id="R5f33f448bbc14442"/>
    <p:sldLayoutId xmlns:r="http://schemas.openxmlformats.org/officeDocument/2006/relationships" id="2147483652" r:id="R058872a33bae49ec"/>
    <p:sldLayoutId xmlns:r="http://schemas.openxmlformats.org/officeDocument/2006/relationships" id="2147483653" r:id="R3b413a92a6ba4a06"/>
    <p:sldLayoutId xmlns:r="http://schemas.openxmlformats.org/officeDocument/2006/relationships" id="2147483654" r:id="R66760ea4885648e0"/>
    <p:sldLayoutId xmlns:r="http://schemas.openxmlformats.org/officeDocument/2006/relationships" id="2147483655" r:id="R97ebf6e802ec4eec"/>
    <p:sldLayoutId xmlns:r="http://schemas.openxmlformats.org/officeDocument/2006/relationships" id="2147483656" r:id="R79a0cc3ec0364b3b"/>
    <p:sldLayoutId xmlns:r="http://schemas.openxmlformats.org/officeDocument/2006/relationships" id="2147483657" r:id="R4c5092b73c164b2d"/>
    <p:sldLayoutId xmlns:r="http://schemas.openxmlformats.org/officeDocument/2006/relationships" id="2147483658" r:id="R147c302bd43c4155"/>
    <p:sldLayoutId xmlns:r="http://schemas.openxmlformats.org/officeDocument/2006/relationships" id="2147483659" r:id="R4056af7935544428"/>
  </p:sldLayoutIdLst>
  <p:txStyles>
    <p:titleStyle>
      <a:lvl1pPr xmlns:a="http://schemas.openxmlformats.org/drawingml/2006/main" algn="ctr">
        <a:buNone/>
        <a:defRPr sz="4400">
          <a:solidFill>
            <a:schemeClr val="tx1"/>
          </a:solidFill>
          <a:latin typeface="+mj-lt"/>
          <a:ea typeface="+mj-lt"/>
          <a:cs typeface="+mj-lt"/>
        </a:defRPr>
      </a:lvl1pPr>
    </p:titleStyle>
    <p:bodyStyle>
      <a:lvl1pPr xmlns:a="http://schemas.openxmlformats.org/drawingml/2006/main" marL="342900" indent="-342900" algn="l">
        <a:buChar char="•"/>
        <a:defRPr sz="3200">
          <a:solidFill>
            <a:schemeClr val="tx1"/>
          </a:solidFill>
          <a:latin typeface="+mn-lt"/>
          <a:ea typeface="+mn-lt"/>
          <a:cs typeface="+mn-lt"/>
        </a:defRPr>
      </a:lvl1pPr>
      <a:lvl2pPr xmlns:a="http://schemas.openxmlformats.org/drawingml/2006/main" marL="742950" indent="-285750" algn="l">
        <a:buChar char="–"/>
        <a:defRPr sz="2800">
          <a:solidFill>
            <a:schemeClr val="tx1"/>
          </a:solidFill>
          <a:latin typeface="+mn-lt"/>
          <a:ea typeface="+mn-lt"/>
          <a:cs typeface="+mn-lt"/>
        </a:defRPr>
      </a:lvl2pPr>
      <a:lvl3pPr xmlns:a="http://schemas.openxmlformats.org/drawingml/2006/main" marL="1143000" indent="-228600" algn="l">
        <a:buChar char="•"/>
        <a:defRPr sz="2400">
          <a:solidFill>
            <a:schemeClr val="tx1"/>
          </a:solidFill>
          <a:latin typeface="+mn-lt"/>
          <a:ea typeface="+mn-lt"/>
          <a:cs typeface="+mn-lt"/>
        </a:defRPr>
      </a:lvl3pPr>
      <a:lvl4pPr xmlns:a="http://schemas.openxmlformats.org/drawingml/2006/main" marL="1600200" indent="-228600" algn="l">
        <a:buChar char="–"/>
        <a:defRPr sz="2000">
          <a:solidFill>
            <a:schemeClr val="tx1"/>
          </a:solidFill>
          <a:latin typeface="+mn-lt"/>
          <a:ea typeface="+mn-lt"/>
          <a:cs typeface="+mn-lt"/>
        </a:defRPr>
      </a:lvl4pPr>
      <a:lvl5pPr xmlns:a="http://schemas.openxmlformats.org/drawingml/2006/main" marL="2057400" indent="-228600" algn="l">
        <a:buChar char="»"/>
        <a:defRPr sz="2000">
          <a:solidFill>
            <a:schemeClr val="tx1"/>
          </a:solidFill>
          <a:latin typeface="+mn-lt"/>
          <a:ea typeface="+mn-lt"/>
          <a:cs typeface="+mn-lt"/>
        </a:defRPr>
      </a:lvl5pPr>
      <a:lvl6pPr xmlns:a="http://schemas.openxmlformats.org/drawingml/2006/main" marL="2514600" indent="-228600" algn="l">
        <a:buChar char="•"/>
        <a:defRPr sz="2000">
          <a:solidFill>
            <a:schemeClr val="tx1"/>
          </a:solidFill>
          <a:latin typeface="+mn-lt"/>
          <a:ea typeface="+mn-lt"/>
          <a:cs typeface="+mn-lt"/>
        </a:defRPr>
      </a:lvl6pPr>
      <a:lvl7pPr xmlns:a="http://schemas.openxmlformats.org/drawingml/2006/main" marL="2971800" indent="-228600" algn="l">
        <a:buChar char="•"/>
        <a:defRPr sz="2000">
          <a:solidFill>
            <a:schemeClr val="tx1"/>
          </a:solidFill>
          <a:latin typeface="+mn-lt"/>
          <a:ea typeface="+mn-lt"/>
          <a:cs typeface="+mn-lt"/>
        </a:defRPr>
      </a:lvl7pPr>
      <a:lvl8pPr xmlns:a="http://schemas.openxmlformats.org/drawingml/2006/main" marL="3429000" indent="-228600" algn="l">
        <a:buChar char="•"/>
        <a:defRPr sz="2000">
          <a:solidFill>
            <a:schemeClr val="tx1"/>
          </a:solidFill>
          <a:latin typeface="+mn-lt"/>
          <a:ea typeface="+mn-lt"/>
          <a:cs typeface="+mn-lt"/>
        </a:defRPr>
      </a:lvl8pPr>
      <a:lvl9pPr xmlns:a="http://schemas.openxmlformats.org/drawingml/2006/main" marL="3886200" indent="-228600" algn="l">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f371a07f03724010" /><Relationship Type="http://schemas.openxmlformats.org/officeDocument/2006/relationships/image" Target="/ppt/media/image.png" Id="Rca97075f1d404f79" /><Relationship Type="http://schemas.openxmlformats.org/officeDocument/2006/relationships/notesSlide" Target="/ppt/notesSlides/notesSlide1.xml" Id="Rf145c3e6306449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f835db2029274047" /><Relationship Type="http://schemas.openxmlformats.org/officeDocument/2006/relationships/image" Target="/ppt/media/image2.png" Id="Rafde39d97bcc43fd" /><Relationship Type="http://schemas.openxmlformats.org/officeDocument/2006/relationships/notesSlide" Target="/ppt/notesSlides/notesSlide2.xml" Id="R2187e400c1454f18"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a02d996a161b41fc" /><Relationship Type="http://schemas.openxmlformats.org/officeDocument/2006/relationships/image" Target="/ppt/media/image3.png" Id="Rf18ae844894443c4" /><Relationship Type="http://schemas.openxmlformats.org/officeDocument/2006/relationships/notesSlide" Target="/ppt/notesSlides/notesSlide3.xml" Id="Raa52a4ec409a49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6464165c31b8411b" /><Relationship Type="http://schemas.openxmlformats.org/officeDocument/2006/relationships/image" Target="/ppt/media/image4.png" Id="Rd94c0b416d2d422d" /><Relationship Type="http://schemas.openxmlformats.org/officeDocument/2006/relationships/notesSlide" Target="/ppt/notesSlides/notesSlide4.xml" Id="R50d1336930674e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84e7cd816f724356" /><Relationship Type="http://schemas.openxmlformats.org/officeDocument/2006/relationships/image" Target="/ppt/media/image5.png" Id="R9510c8037eab47bc" /><Relationship Type="http://schemas.openxmlformats.org/officeDocument/2006/relationships/notesSlide" Target="/ppt/notesSlides/notesSlide5.xml" Id="R77ae94ff72804b69"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a4122a2adb5943e4" /><Relationship Type="http://schemas.openxmlformats.org/officeDocument/2006/relationships/image" Target="/ppt/media/image6.png" Id="R0a9706d59d524b8d" /><Relationship Type="http://schemas.openxmlformats.org/officeDocument/2006/relationships/notesSlide" Target="/ppt/notesSlides/notesSlide6.xml" Id="Rf6f683b7062041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785dd7d9c8d44101" /><Relationship Type="http://schemas.openxmlformats.org/officeDocument/2006/relationships/image" Target="/ppt/media/image7.png" Id="R6cc9719ceb5f41f7" /><Relationship Type="http://schemas.openxmlformats.org/officeDocument/2006/relationships/notesSlide" Target="/ppt/notesSlides/notesSlide7.xml" Id="R85b2ecd899ac4f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599c34d294d54778" /><Relationship Type="http://schemas.openxmlformats.org/officeDocument/2006/relationships/image" Target="/ppt/media/image8.png" Id="R07f2b5e504a442b4" /><Relationship Type="http://schemas.openxmlformats.org/officeDocument/2006/relationships/notesSlide" Target="/ppt/notesSlides/notesSlide8.xml" Id="R8115181cfd2d45f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ca97075f1d404f79"/>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5785688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afde39d97bcc43fd"/>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75243791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f18ae844894443c4"/>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205613332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d94c0b416d2d422d"/>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144204851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9510c8037eab47bc"/>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66943950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0a9706d59d524b8d"/>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573405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6cc9719ceb5f41f7"/>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6729095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07f2b5e504a442b4"/>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75232034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2026-08-04T14:29:48.9990000Z</dcterms:created>
  <dcterms:modified xsi:type="dcterms:W3CDTF">2026-08-04T14:29:48.9990000Z</dcterms:modified>
</coreProperties>
</file>