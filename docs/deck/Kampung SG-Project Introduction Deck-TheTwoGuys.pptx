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45870692ec4dbf" /><Relationship Type="http://schemas.openxmlformats.org/officeDocument/2006/relationships/extended-properties" Target="/docProps/app.xml" Id="Rc5e973158f3d4450" /><Relationship Type="http://schemas.openxmlformats.org/officeDocument/2006/relationships/officeDocument" Target="/ppt/presentation.xml" Id="R28f264afd75244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f2cd2f24fe4684"/>
  </p:sldMasterIdLst>
  <p:notesMasterIdLst>
    <p:notesMasterId xmlns:r="http://schemas.openxmlformats.org/officeDocument/2006/relationships" r:id="R037b44cdb8854921"/>
  </p:notesMasterIdLst>
  <p:sldIdLst>
    <p:sldId xmlns:r="http://schemas.openxmlformats.org/officeDocument/2006/relationships" id="256" r:id="R6106e07d8f05459e"/>
    <p:sldId xmlns:r="http://schemas.openxmlformats.org/officeDocument/2006/relationships" id="257" r:id="R5f36cc8919c24ace"/>
    <p:sldId xmlns:r="http://schemas.openxmlformats.org/officeDocument/2006/relationships" id="258" r:id="R507c66c0e45f4094"/>
    <p:sldId xmlns:r="http://schemas.openxmlformats.org/officeDocument/2006/relationships" id="259" r:id="R08b28c0c04114654"/>
    <p:sldId xmlns:r="http://schemas.openxmlformats.org/officeDocument/2006/relationships" id="260" r:id="Rb9b2248bfaed4c29"/>
    <p:sldId xmlns:r="http://schemas.openxmlformats.org/officeDocument/2006/relationships" id="261" r:id="Ra246e705de954265"/>
    <p:sldId xmlns:r="http://schemas.openxmlformats.org/officeDocument/2006/relationships" id="262" r:id="Rab9a2cf825094078"/>
    <p:sldId xmlns:r="http://schemas.openxmlformats.org/officeDocument/2006/relationships" id="263" r:id="R180532b55f184e9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7b6e1d686646ba" /><Relationship Type="http://schemas.openxmlformats.org/officeDocument/2006/relationships/slideMaster" Target="/ppt/slideMasters/slideMaster1.xml" Id="Rb7f2cd2f24fe4684" /><Relationship Type="http://schemas.openxmlformats.org/officeDocument/2006/relationships/notesMaster" Target="/ppt/notesMasters/notesMaster1.xml" Id="R037b44cdb8854921" /><Relationship Type="http://schemas.openxmlformats.org/officeDocument/2006/relationships/presProps" Target="/ppt/presProps.xml" Id="Raa3537b9e2284a83" /><Relationship Type="http://schemas.openxmlformats.org/officeDocument/2006/relationships/tableStyles" Target="/ppt/tableStyles.xml" Id="R36c8027dce064215" /><Relationship Type="http://schemas.openxmlformats.org/officeDocument/2006/relationships/slide" Target="/ppt/slides/slide1.xml" Id="R6106e07d8f05459e" /><Relationship Type="http://schemas.openxmlformats.org/officeDocument/2006/relationships/slide" Target="/ppt/slides/slide2.xml" Id="R5f36cc8919c24ace" /><Relationship Type="http://schemas.openxmlformats.org/officeDocument/2006/relationships/slide" Target="/ppt/slides/slide3.xml" Id="R507c66c0e45f4094" /><Relationship Type="http://schemas.openxmlformats.org/officeDocument/2006/relationships/slide" Target="/ppt/slides/slide4.xml" Id="R08b28c0c04114654" /><Relationship Type="http://schemas.openxmlformats.org/officeDocument/2006/relationships/slide" Target="/ppt/slides/slide5.xml" Id="Rb9b2248bfaed4c29" /><Relationship Type="http://schemas.openxmlformats.org/officeDocument/2006/relationships/slide" Target="/ppt/slides/slide6.xml" Id="Ra246e705de954265" /><Relationship Type="http://schemas.openxmlformats.org/officeDocument/2006/relationships/slide" Target="/ppt/slides/slide7.xml" Id="Rab9a2cf825094078" /><Relationship Type="http://schemas.openxmlformats.org/officeDocument/2006/relationships/slide" Target="/ppt/slides/slide8.xml" Id="R180532b55f184e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b53b928be84d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48f74d8fd84eee" /><Relationship Type="http://schemas.openxmlformats.org/officeDocument/2006/relationships/notesMaster" Target="/ppt/notesMasters/notesMaster1.xml" Id="R2e24ea8d77a249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af036e7bf644d2" /><Relationship Type="http://schemas.openxmlformats.org/officeDocument/2006/relationships/notesMaster" Target="/ppt/notesMasters/notesMaster1.xml" Id="Rd7fde1c2eb574c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082ca99f4e94ceb" /><Relationship Type="http://schemas.openxmlformats.org/officeDocument/2006/relationships/notesMaster" Target="/ppt/notesMasters/notesMaster1.xml" Id="Rd94714a6e81344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f206ba1bfd43d8" /><Relationship Type="http://schemas.openxmlformats.org/officeDocument/2006/relationships/notesMaster" Target="/ppt/notesMasters/notesMaster1.xml" Id="Ra564a0cc9ba649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4debc77aa64953" /><Relationship Type="http://schemas.openxmlformats.org/officeDocument/2006/relationships/notesMaster" Target="/ppt/notesMasters/notesMaster1.xml" Id="R4562494c39f440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c6c91f55674518" /><Relationship Type="http://schemas.openxmlformats.org/officeDocument/2006/relationships/notesMaster" Target="/ppt/notesMasters/notesMaster1.xml" Id="R09f9f13aba544c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704a2bdc574e93" /><Relationship Type="http://schemas.openxmlformats.org/officeDocument/2006/relationships/notesMaster" Target="/ppt/notesMasters/notesMaster1.xml" Id="R029b9222ebf442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f38f2070e04c46" /><Relationship Type="http://schemas.openxmlformats.org/officeDocument/2006/relationships/notesMaster" Target="/ppt/notesMasters/notesMaster1.xml" Id="R4046c8a7b98f4a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 SG is now a five-part campaign. Older residents are not problems to solve; they are the people whose knowledge moves the story and visibly reshapes an enterable HDB estate.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challenge brief says that by 2030 nearly one in four Singapore citizens will be aged 65 and above. We respond with dignity, purpose, independence and social bonds: contributors rather than patients.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player moves from Y’s flat through three sequential chapters and The Last Door, then keeps exploring. Homes, a corridor, workshop, shops and halls are enterable. The full story asks for three helpers and five invitees. There is no timer, energy bar or failure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KampungMind is the headline AI feature. Each NPC has reviewed personality, role, expertise, knowledge, memory rules and authored intents. Deterministic scoring selects context-appropriate greetings, clues, requests, reminders and reflections; stable IDs break ties and no text is generated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first CodeBuddy run failed its gate, and the correction attempt hit 429 credits exhausted. We preserved that evidence. Later AI-assisted work added the pure campaign reducer, KampungMind and expanded checks. A real OpenAI image-generation pass produced one visual target; human review rejected direct runtime use and translated its strongest idea into four verified code-drawn activity vignettes. We treat AI output as a pull request, not a deliverable, and we do not relabel this as Miora.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Strict TypeScript, 75 unit tests, 60 production-browser checks and zero known vulnerabilities support the current build. KampungMind and every save remain in the browser: no account, backend, analytics or personal-data collection. Audio is synthesized at runtime.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separate software evidence from impact claims. The campaign, persistence, inputs and browser paths are automated; human playtesting, real-device accessibility and any social outcome are not claimed. Kampung SG makes no medical, cognitive, memory or dementia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are TheTwoGuys. The public repository contains the current code, prompts, failed-run record, claim guardrails and reproducible gate. The game is playable in a browser with no install or account. Every small act grows the kampung.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02d49e38240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e29f09b4f745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f8844567fe4e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6a131b479e4b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4648487d3e4cb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b38ed550774f6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530780a7b240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a8329ace04e2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a4e3dae9c4f7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64d3a0aac417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2852fdf5f476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1FD1CE-6BF0-4E45-84F0-522B758F620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02A351F-5A65-421C-94FB-CABD574D8C5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739C60-D861-4DA4-A345-E59614BFF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382CE9-2D9B-4800-9640-C2770FF0EE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27FB7B-D7A7-4072-AEA1-94537E49F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AF7427-FD55-4258-B751-6210CC8F2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CA03BDE-FDE6-4C6D-A7B0-B9228E26AA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21FD21-4B06-4136-A8C8-D0FEBEB06F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001F3F-6C06-4BAE-AB45-CB33413C1B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FC683E-A124-4B75-8A89-0FDA1696F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C171A2-1FD9-4843-9D60-92BDE931C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C765554-C971-4921-B50D-FBF09E2478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1CA3DD-D0B6-4AD5-B561-4DC44335B3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F3E7F0-597C-4C8D-A505-69245E91A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3F8A4F-BDCB-4FD1-AD9E-E46B06C06B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5079F8-B659-4C60-885D-99FB0EB440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3E29B4-02EB-40F9-9A10-F913E658EF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C501408-417D-496B-B0A5-0031047B90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B66992-AD23-47F7-9AF5-D440867B271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D7D0FC-0540-44B6-89FD-62F386D3E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B5DA8AD-9883-4C89-9D78-0A9243554E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C911E3-B589-42D7-A650-7E42DBC99D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A76431-AF6E-4061-B597-634764189D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0862168-B883-44B0-B713-1C6E5603072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0A8E63E-06D4-4307-90D3-98CC7E1DEA7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5280A80-F941-40A0-9FA2-8BEDA109825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A3660C-19B6-470C-AF1B-2D5EC27960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A535B3-CC9A-43CA-AF2F-66ED8D545C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F726C76-6EB5-43B6-9078-EB94316008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220337-B3AE-459B-BDBD-A7391D7920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F9D954C-C477-4124-AAA1-0B5A5DEE0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2AECE1-0382-46B8-9EE1-C32619105B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36436D2-9050-448B-8910-AE7F11784D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40D1774-A3C0-4E3D-BBC0-D9074EE08A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FD35901-E497-405F-B065-26F0968A89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DC40336-721C-4DF6-B3EA-6E269461AA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68ADB-1EB7-4A44-A9BC-0F8E70C2C7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B1DB48-5666-4F5F-A72E-77C191D9C3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2C4F344-2414-4F71-BF31-7225746AE9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48FA19-6153-46B3-88E9-3D9070C20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E2D7F-86F1-4B5B-9986-4C93693F7A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E9B485-FD71-4E8A-9A77-486FF4148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54C723-8E5F-45CD-8719-FE0DD223DF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E3B34DC-9E36-4C85-A239-2676473662D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A2FDE0-1984-439E-BC59-23FB94795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F348493-C6EB-4330-8625-7B4E28C5C4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D9E8910-7FE7-4538-8A1E-3C7BB531AF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B0EE15-342D-412A-9E13-593FE00D33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8CA8B1-E714-44B7-9217-8A38670ABF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4AB4017-06B9-49EB-A27A-708A3C175E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18B2E5F-997B-470A-885F-7ABEA0436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D9561C-6868-4CFF-A42B-DED96E7DAF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CDE889-A94B-41A7-B362-B536C374B8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DB20C1C-9D80-4285-80FF-153729C078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9CC5447-7E9D-4FD1-95DA-CE8100CD94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1C7A05-1254-4291-9616-C00E672DBF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CBF3542-FA22-472D-B46F-BE4027A616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98FEC5-387D-4796-989C-475308D24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f6f050901645ac" /><Relationship Type="http://schemas.openxmlformats.org/officeDocument/2006/relationships/slideLayout" Target="/ppt/slideLayouts/slideLayout1.xml" Id="Rb82aa42c8af741f9" /><Relationship Type="http://schemas.openxmlformats.org/officeDocument/2006/relationships/slideLayout" Target="/ppt/slideLayouts/slideLayout2.xml" Id="Rd5ecd062d8214819" /><Relationship Type="http://schemas.openxmlformats.org/officeDocument/2006/relationships/slideLayout" Target="/ppt/slideLayouts/slideLayout3.xml" Id="R5c14f1fa2a134d74" /><Relationship Type="http://schemas.openxmlformats.org/officeDocument/2006/relationships/slideLayout" Target="/ppt/slideLayouts/slideLayout4.xml" Id="Rfe1cb46f10ba4e0d" /><Relationship Type="http://schemas.openxmlformats.org/officeDocument/2006/relationships/slideLayout" Target="/ppt/slideLayouts/slideLayout5.xml" Id="R4c8a89721b3c400d" /><Relationship Type="http://schemas.openxmlformats.org/officeDocument/2006/relationships/slideLayout" Target="/ppt/slideLayouts/slideLayout6.xml" Id="Re6b6c02075d249d5" /><Relationship Type="http://schemas.openxmlformats.org/officeDocument/2006/relationships/slideLayout" Target="/ppt/slideLayouts/slideLayout7.xml" Id="Re73efa3ae0ed42ae" /><Relationship Type="http://schemas.openxmlformats.org/officeDocument/2006/relationships/slideLayout" Target="/ppt/slideLayouts/slideLayout8.xml" Id="Rd2f58601855942a6" /><Relationship Type="http://schemas.openxmlformats.org/officeDocument/2006/relationships/slideLayout" Target="/ppt/slideLayouts/slideLayout9.xml" Id="R63d9e8800f8340ff" /><Relationship Type="http://schemas.openxmlformats.org/officeDocument/2006/relationships/slideLayout" Target="/ppt/slideLayouts/slideLayout10.xml" Id="R7cda7ca28cdc400a" /><Relationship Type="http://schemas.openxmlformats.org/officeDocument/2006/relationships/slideLayout" Target="/ppt/slideLayouts/slideLayout11.xml" Id="Rb937578abdc7473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CA315A0-3EA2-48F9-B4D0-934A20613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7487D4-61D7-4345-854E-B193FD6400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BD06A6-3863-455C-9FB0-87519BBE6F7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B58928-3A6A-446A-B938-8F64C5B5B07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03E71B-D45B-4442-8A23-B5E7CDC230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2aa42c8af741f9"/>
    <p:sldLayoutId xmlns:r="http://schemas.openxmlformats.org/officeDocument/2006/relationships" id="2147483650" r:id="Rd5ecd062d8214819"/>
    <p:sldLayoutId xmlns:r="http://schemas.openxmlformats.org/officeDocument/2006/relationships" id="2147483651" r:id="R5c14f1fa2a134d74"/>
    <p:sldLayoutId xmlns:r="http://schemas.openxmlformats.org/officeDocument/2006/relationships" id="2147483652" r:id="Rfe1cb46f10ba4e0d"/>
    <p:sldLayoutId xmlns:r="http://schemas.openxmlformats.org/officeDocument/2006/relationships" id="2147483653" r:id="R4c8a89721b3c400d"/>
    <p:sldLayoutId xmlns:r="http://schemas.openxmlformats.org/officeDocument/2006/relationships" id="2147483654" r:id="Re6b6c02075d249d5"/>
    <p:sldLayoutId xmlns:r="http://schemas.openxmlformats.org/officeDocument/2006/relationships" id="2147483655" r:id="Re73efa3ae0ed42ae"/>
    <p:sldLayoutId xmlns:r="http://schemas.openxmlformats.org/officeDocument/2006/relationships" id="2147483656" r:id="Rd2f58601855942a6"/>
    <p:sldLayoutId xmlns:r="http://schemas.openxmlformats.org/officeDocument/2006/relationships" id="2147483657" r:id="R63d9e8800f8340ff"/>
    <p:sldLayoutId xmlns:r="http://schemas.openxmlformats.org/officeDocument/2006/relationships" id="2147483658" r:id="R7cda7ca28cdc400a"/>
    <p:sldLayoutId xmlns:r="http://schemas.openxmlformats.org/officeDocument/2006/relationships" id="2147483659" r:id="Rb937578abdc7473c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f410c756dd4473" /><Relationship Type="http://schemas.openxmlformats.org/officeDocument/2006/relationships/image" Target="/ppt/media/image.png" Id="Rec94f3ebf3564cbc" /><Relationship Type="http://schemas.openxmlformats.org/officeDocument/2006/relationships/notesSlide" Target="/ppt/notesSlides/notesSlide1.xml" Id="Ra070fadaa6e74f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901d0b62e4470d" /><Relationship Type="http://schemas.openxmlformats.org/officeDocument/2006/relationships/image" Target="/ppt/media/image2.png" Id="Rf18456af303e42b1" /><Relationship Type="http://schemas.openxmlformats.org/officeDocument/2006/relationships/notesSlide" Target="/ppt/notesSlides/notesSlide2.xml" Id="Rd3f4dc1476244f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e59d756a2346fe" /><Relationship Type="http://schemas.openxmlformats.org/officeDocument/2006/relationships/image" Target="/ppt/media/image3.png" Id="R345c4c3aa2b5485f" /><Relationship Type="http://schemas.openxmlformats.org/officeDocument/2006/relationships/notesSlide" Target="/ppt/notesSlides/notesSlide3.xml" Id="R0f4f9f23463d4d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33bae0e100451a" /><Relationship Type="http://schemas.openxmlformats.org/officeDocument/2006/relationships/image" Target="/ppt/media/image4.png" Id="R920c19da49f74581" /><Relationship Type="http://schemas.openxmlformats.org/officeDocument/2006/relationships/notesSlide" Target="/ppt/notesSlides/notesSlide4.xml" Id="R06bacc0bbe994a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655583c3804d2f" /><Relationship Type="http://schemas.openxmlformats.org/officeDocument/2006/relationships/image" Target="/ppt/media/image5.png" Id="Reda50fdbf8994adb" /><Relationship Type="http://schemas.openxmlformats.org/officeDocument/2006/relationships/notesSlide" Target="/ppt/notesSlides/notesSlide5.xml" Id="R17c6606293464b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56816bd347456a" /><Relationship Type="http://schemas.openxmlformats.org/officeDocument/2006/relationships/image" Target="/ppt/media/image6.png" Id="R67fe57c2cfab46be" /><Relationship Type="http://schemas.openxmlformats.org/officeDocument/2006/relationships/notesSlide" Target="/ppt/notesSlides/notesSlide6.xml" Id="Rddc55f23c79f43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2c233a8f864c1c" /><Relationship Type="http://schemas.openxmlformats.org/officeDocument/2006/relationships/image" Target="/ppt/media/image7.png" Id="R6cfab83bdb3a4814" /><Relationship Type="http://schemas.openxmlformats.org/officeDocument/2006/relationships/notesSlide" Target="/ppt/notesSlides/notesSlide7.xml" Id="R73aba98f5b9941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3aaa02ff2b4be6" /><Relationship Type="http://schemas.openxmlformats.org/officeDocument/2006/relationships/image" Target="/ppt/media/image8.png" Id="R3cc890c6dc6740f3" /><Relationship Type="http://schemas.openxmlformats.org/officeDocument/2006/relationships/notesSlide" Target="/ppt/notesSlides/notesSlide8.xml" Id="R9a49ea899ad3484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4f3ebf3564c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568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456af303e42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4379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c4c3aa2b548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1333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c19da49f7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485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50fdbf899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4395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e57c2cfab46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3405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fab83bdb3a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2909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890c6dc6740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3203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2026-08-04T07:39:49.8650000Z</dcterms:created>
  <dcterms:modified xsi:type="dcterms:W3CDTF">2026-08-04T07:39:49.8650000Z</dcterms:modified>
</coreProperties>
</file>