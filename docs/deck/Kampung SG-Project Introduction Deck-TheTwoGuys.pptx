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4b8486b7d24ee9" /><Relationship Type="http://schemas.openxmlformats.org/officeDocument/2006/relationships/extended-properties" Target="/docProps/app.xml" Id="Rc4344f45d68c47f8" /><Relationship Type="http://schemas.openxmlformats.org/officeDocument/2006/relationships/officeDocument" Target="/ppt/presentation.xml" Id="R0a3940250b2047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9762e3eced489e"/>
  </p:sldMasterIdLst>
  <p:notesMasterIdLst>
    <p:notesMasterId xmlns:r="http://schemas.openxmlformats.org/officeDocument/2006/relationships" r:id="R02a1d800568b4ad2"/>
  </p:notesMasterIdLst>
  <p:sldIdLst>
    <p:sldId xmlns:r="http://schemas.openxmlformats.org/officeDocument/2006/relationships" id="256" r:id="R297ea9eeec644847"/>
    <p:sldId xmlns:r="http://schemas.openxmlformats.org/officeDocument/2006/relationships" id="257" r:id="R4baea780991748b2"/>
    <p:sldId xmlns:r="http://schemas.openxmlformats.org/officeDocument/2006/relationships" id="258" r:id="Rcfabca6b554448a1"/>
    <p:sldId xmlns:r="http://schemas.openxmlformats.org/officeDocument/2006/relationships" id="259" r:id="R6ccf8ad5bb8247cd"/>
    <p:sldId xmlns:r="http://schemas.openxmlformats.org/officeDocument/2006/relationships" id="260" r:id="R0c41717a158a496a"/>
    <p:sldId xmlns:r="http://schemas.openxmlformats.org/officeDocument/2006/relationships" id="261" r:id="Ra022a9f5a7a94962"/>
    <p:sldId xmlns:r="http://schemas.openxmlformats.org/officeDocument/2006/relationships" id="262" r:id="R3eb1d7a0c10847ae"/>
    <p:sldId xmlns:r="http://schemas.openxmlformats.org/officeDocument/2006/relationships" id="263" r:id="R8fd1e3288ce646fe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1e355f0d56462a" /><Relationship Type="http://schemas.openxmlformats.org/officeDocument/2006/relationships/slideMaster" Target="/ppt/slideMasters/slideMaster1.xml" Id="R9b9762e3eced489e" /><Relationship Type="http://schemas.openxmlformats.org/officeDocument/2006/relationships/notesMaster" Target="/ppt/notesMasters/notesMaster1.xml" Id="R02a1d800568b4ad2" /><Relationship Type="http://schemas.openxmlformats.org/officeDocument/2006/relationships/presProps" Target="/ppt/presProps.xml" Id="Re30412498b5a4d95" /><Relationship Type="http://schemas.openxmlformats.org/officeDocument/2006/relationships/tableStyles" Target="/ppt/tableStyles.xml" Id="R66bd4cb58c714aad" /><Relationship Type="http://schemas.openxmlformats.org/officeDocument/2006/relationships/slide" Target="/ppt/slides/slide1.xml" Id="R297ea9eeec644847" /><Relationship Type="http://schemas.openxmlformats.org/officeDocument/2006/relationships/slide" Target="/ppt/slides/slide2.xml" Id="R4baea780991748b2" /><Relationship Type="http://schemas.openxmlformats.org/officeDocument/2006/relationships/slide" Target="/ppt/slides/slide3.xml" Id="Rcfabca6b554448a1" /><Relationship Type="http://schemas.openxmlformats.org/officeDocument/2006/relationships/slide" Target="/ppt/slides/slide4.xml" Id="R6ccf8ad5bb8247cd" /><Relationship Type="http://schemas.openxmlformats.org/officeDocument/2006/relationships/slide" Target="/ppt/slides/slide5.xml" Id="R0c41717a158a496a" /><Relationship Type="http://schemas.openxmlformats.org/officeDocument/2006/relationships/slide" Target="/ppt/slides/slide6.xml" Id="Ra022a9f5a7a94962" /><Relationship Type="http://schemas.openxmlformats.org/officeDocument/2006/relationships/slide" Target="/ppt/slides/slide7.xml" Id="R3eb1d7a0c10847ae" /><Relationship Type="http://schemas.openxmlformats.org/officeDocument/2006/relationships/slide" Target="/ppt/slides/slide8.xml" Id="R8fd1e3288ce646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e67e35c3f74e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c31ae3fb8c4a23" /><Relationship Type="http://schemas.openxmlformats.org/officeDocument/2006/relationships/notesMaster" Target="/ppt/notesMasters/notesMaster1.xml" Id="R5dc0bee938bf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409d2f5a174559" /><Relationship Type="http://schemas.openxmlformats.org/officeDocument/2006/relationships/notesMaster" Target="/ppt/notesMasters/notesMaster1.xml" Id="R6ff075bfac8549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9f565b8df64511" /><Relationship Type="http://schemas.openxmlformats.org/officeDocument/2006/relationships/notesMaster" Target="/ppt/notesMasters/notesMaster1.xml" Id="Ra2bd39f6b09148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c92ec1d24347bf" /><Relationship Type="http://schemas.openxmlformats.org/officeDocument/2006/relationships/notesMaster" Target="/ppt/notesMasters/notesMaster1.xml" Id="Rb6de0f512ccb48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d87af828849e4" /><Relationship Type="http://schemas.openxmlformats.org/officeDocument/2006/relationships/notesMaster" Target="/ppt/notesMasters/notesMaster1.xml" Id="R34ace44461674f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ac8ba786bf4286" /><Relationship Type="http://schemas.openxmlformats.org/officeDocument/2006/relationships/notesMaster" Target="/ppt/notesMasters/notesMaster1.xml" Id="R3037114b003a4c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b524b01694415a" /><Relationship Type="http://schemas.openxmlformats.org/officeDocument/2006/relationships/notesMaster" Target="/ppt/notesMasters/notesMaster1.xml" Id="R4cfa32d2bdfd46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01f4ab4e0a43cb" /><Relationship Type="http://schemas.openxmlformats.org/officeDocument/2006/relationships/notesMaster" Target="/ppt/notesMasters/notesMaster1.xml" Id="R61e3aa4305cd4c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 SG is now a five-part campaign. Older residents are not problems to solve; they are the people whose knowledge moves the story and visibly reshapes an enterable HDB estate.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challenge brief says that by 2030 nearly one in four Singapore citizens will be aged 65 and above. We respond with dignity, purpose, independence and social bonds: contributors rather than patients.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player moves from Y’s flat through three sequential chapters and The Last Door, then keeps exploring. Homes, a corridor, workshop, shops and halls are enterable. The full story asks for three helpers and five invitees. There is no timer, energy bar or failure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KampungMind is the headline AI feature. Each NPC has reviewed personality, role, expertise, knowledge, memory rules and authored intents. Deterministic scoring selects context-appropriate greetings, clues, requests, reminders and reflections; stable IDs break ties and no text is generated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first CodeBuddy run failed its gate, and the correction attempt hit 429 credits exhausted. We preserved that evidence. Later AI-assisted work added the pure campaign reducer, KampungMind and expanded checks. A real OpenAI image-generation pass produced one visual target; human review rejected direct runtime use and translated its strongest idea into four verified code-drawn activity vignettes. We treat AI output as a pull request, not a deliverable, and we do not relabel this as Miora.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Strict TypeScript, 75 unit tests, 60 production-browser checks and zero known vulnerabilities support the current build. KampungMind and every save remain in the browser: no account, backend, analytics or personal-data collection. Audio is synthesized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separate software evidence from impact claims. The campaign, persistence, inputs and browser paths are automated; human playtesting, real-device accessibility and any social outcome are not claimed. Kampung SG makes no medical, cognitive, memory or dementia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are TheTwoGuys. The public repository contains the current code, prompts, failed-run record, claim guardrails and reproducible gate. The game is playable in a browser with no install or account.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e716a61b3f4e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c66317af404c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fe77717284f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fb76c5cdd4a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23f51d302542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a2d285042d4c1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8cb32e166148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19fa1ecc345f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7afd11342a4c9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56e2962024f5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a537ea3fbc4ce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1FD1CE-6BF0-4E45-84F0-522B758F62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02A351F-5A65-421C-94FB-CABD574D8C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739C60-D861-4DA4-A345-E59614BFF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382CE9-2D9B-4800-9640-C2770FF0EE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7FB7B-D7A7-4072-AEA1-94537E49F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AF7427-FD55-4258-B751-6210CC8F2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CA03BDE-FDE6-4C6D-A7B0-B9228E26AA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21FD21-4B06-4136-A8C8-D0FEBEB06F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001F3F-6C06-4BAE-AB45-CB33413C1B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FC683E-A124-4B75-8A89-0FDA1696F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C171A2-1FD9-4843-9D60-92BDE931C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C765554-C971-4921-B50D-FBF09E2478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1CA3DD-D0B6-4AD5-B561-4DC44335B3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F3E7F0-597C-4C8D-A505-69245E91A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3F8A4F-BDCB-4FD1-AD9E-E46B06C06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5079F8-B659-4C60-885D-99FB0EB44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3E29B4-02EB-40F9-9A10-F913E658EF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C501408-417D-496B-B0A5-0031047B90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B66992-AD23-47F7-9AF5-D440867B27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D7D0FC-0540-44B6-89FD-62F386D3E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5DA8AD-9883-4C89-9D78-0A9243554E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C911E3-B589-42D7-A650-7E42DBC99D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A76431-AF6E-4061-B597-634764189D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862168-B883-44B0-B713-1C6E5603072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0A8E63E-06D4-4307-90D3-98CC7E1DEA7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5280A80-F941-40A0-9FA2-8BEDA109825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A3660C-19B6-470C-AF1B-2D5EC2796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A535B3-CC9A-43CA-AF2F-66ED8D545C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726C76-6EB5-43B6-9078-EB94316008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220337-B3AE-459B-BDBD-A7391D792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F9D954C-C477-4124-AAA1-0B5A5DEE0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2AECE1-0382-46B8-9EE1-C32619105B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36436D2-9050-448B-8910-AE7F11784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40D1774-A3C0-4E3D-BBC0-D9074EE08A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FD35901-E497-405F-B065-26F0968A89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C40336-721C-4DF6-B3EA-6E269461AA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68ADB-1EB7-4A44-A9BC-0F8E70C2C7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B1DB48-5666-4F5F-A72E-77C191D9C3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2C4F344-2414-4F71-BF31-7225746AE9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48FA19-6153-46B3-88E9-3D9070C20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E2D7F-86F1-4B5B-9986-4C93693F7A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E9B485-FD71-4E8A-9A77-486FF4148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54C723-8E5F-45CD-8719-FE0DD223DF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E3B34DC-9E36-4C85-A239-2676473662D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A2FDE0-1984-439E-BC59-23FB94795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348493-C6EB-4330-8625-7B4E28C5C4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9E8910-7FE7-4538-8A1E-3C7BB531AF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B0EE15-342D-412A-9E13-593FE00D33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8CA8B1-E714-44B7-9217-8A38670ABF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AB4017-06B9-49EB-A27A-708A3C175E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8B2E5F-997B-470A-885F-7ABEA0436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D9561C-6868-4CFF-A42B-DED96E7DAF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CDE889-A94B-41A7-B362-B536C374B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DB20C1C-9D80-4285-80FF-153729C078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CC5447-7E9D-4FD1-95DA-CE8100CD94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1C7A05-1254-4291-9616-C00E672DBF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BF3542-FA22-472D-B46F-BE4027A61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98FEC5-387D-4796-989C-475308D24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812e644e9a48a2" /><Relationship Type="http://schemas.openxmlformats.org/officeDocument/2006/relationships/slideLayout" Target="/ppt/slideLayouts/slideLayout1.xml" Id="R9bb89d86fa554f67" /><Relationship Type="http://schemas.openxmlformats.org/officeDocument/2006/relationships/slideLayout" Target="/ppt/slideLayouts/slideLayout2.xml" Id="Rabd3bc50d8ee4718" /><Relationship Type="http://schemas.openxmlformats.org/officeDocument/2006/relationships/slideLayout" Target="/ppt/slideLayouts/slideLayout3.xml" Id="Rde0ccdc4d95341cc" /><Relationship Type="http://schemas.openxmlformats.org/officeDocument/2006/relationships/slideLayout" Target="/ppt/slideLayouts/slideLayout4.xml" Id="R5acb304234d44051" /><Relationship Type="http://schemas.openxmlformats.org/officeDocument/2006/relationships/slideLayout" Target="/ppt/slideLayouts/slideLayout5.xml" Id="R3b83408881854839" /><Relationship Type="http://schemas.openxmlformats.org/officeDocument/2006/relationships/slideLayout" Target="/ppt/slideLayouts/slideLayout6.xml" Id="R2a98b9acf86843d9" /><Relationship Type="http://schemas.openxmlformats.org/officeDocument/2006/relationships/slideLayout" Target="/ppt/slideLayouts/slideLayout7.xml" Id="Rf911fc4704394e6f" /><Relationship Type="http://schemas.openxmlformats.org/officeDocument/2006/relationships/slideLayout" Target="/ppt/slideLayouts/slideLayout8.xml" Id="R02c0a097077e470f" /><Relationship Type="http://schemas.openxmlformats.org/officeDocument/2006/relationships/slideLayout" Target="/ppt/slideLayouts/slideLayout9.xml" Id="Rb2c577086ef64136" /><Relationship Type="http://schemas.openxmlformats.org/officeDocument/2006/relationships/slideLayout" Target="/ppt/slideLayouts/slideLayout10.xml" Id="Rbecb0fc7360148c8" /><Relationship Type="http://schemas.openxmlformats.org/officeDocument/2006/relationships/slideLayout" Target="/ppt/slideLayouts/slideLayout11.xml" Id="R0137e5cb888148d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CA315A0-3EA2-48F9-B4D0-934A20613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7487D4-61D7-4345-854E-B193FD6400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BD06A6-3863-455C-9FB0-87519BBE6F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B58928-3A6A-446A-B938-8F64C5B5B0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03E71B-D45B-4442-8A23-B5E7CDC230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b89d86fa554f67"/>
    <p:sldLayoutId xmlns:r="http://schemas.openxmlformats.org/officeDocument/2006/relationships" id="2147483650" r:id="Rabd3bc50d8ee4718"/>
    <p:sldLayoutId xmlns:r="http://schemas.openxmlformats.org/officeDocument/2006/relationships" id="2147483651" r:id="Rde0ccdc4d95341cc"/>
    <p:sldLayoutId xmlns:r="http://schemas.openxmlformats.org/officeDocument/2006/relationships" id="2147483652" r:id="R5acb304234d44051"/>
    <p:sldLayoutId xmlns:r="http://schemas.openxmlformats.org/officeDocument/2006/relationships" id="2147483653" r:id="R3b83408881854839"/>
    <p:sldLayoutId xmlns:r="http://schemas.openxmlformats.org/officeDocument/2006/relationships" id="2147483654" r:id="R2a98b9acf86843d9"/>
    <p:sldLayoutId xmlns:r="http://schemas.openxmlformats.org/officeDocument/2006/relationships" id="2147483655" r:id="Rf911fc4704394e6f"/>
    <p:sldLayoutId xmlns:r="http://schemas.openxmlformats.org/officeDocument/2006/relationships" id="2147483656" r:id="R02c0a097077e470f"/>
    <p:sldLayoutId xmlns:r="http://schemas.openxmlformats.org/officeDocument/2006/relationships" id="2147483657" r:id="Rb2c577086ef64136"/>
    <p:sldLayoutId xmlns:r="http://schemas.openxmlformats.org/officeDocument/2006/relationships" id="2147483658" r:id="Rbecb0fc7360148c8"/>
    <p:sldLayoutId xmlns:r="http://schemas.openxmlformats.org/officeDocument/2006/relationships" id="2147483659" r:id="R0137e5cb888148d3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b60971197c4d30" /><Relationship Type="http://schemas.openxmlformats.org/officeDocument/2006/relationships/image" Target="/ppt/media/image.png" Id="Rc40436eb235b4511" /><Relationship Type="http://schemas.openxmlformats.org/officeDocument/2006/relationships/notesSlide" Target="/ppt/notesSlides/notesSlide1.xml" Id="Re8c9cbe4376844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38eb89a1a54e85" /><Relationship Type="http://schemas.openxmlformats.org/officeDocument/2006/relationships/image" Target="/ppt/media/image2.png" Id="R9e27028c4a1b4568" /><Relationship Type="http://schemas.openxmlformats.org/officeDocument/2006/relationships/notesSlide" Target="/ppt/notesSlides/notesSlide2.xml" Id="R21f646b921364f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d63d5fcba346d6" /><Relationship Type="http://schemas.openxmlformats.org/officeDocument/2006/relationships/image" Target="/ppt/media/image3.png" Id="R55b6bba2f11d4e82" /><Relationship Type="http://schemas.openxmlformats.org/officeDocument/2006/relationships/notesSlide" Target="/ppt/notesSlides/notesSlide3.xml" Id="Rd7c1d74865f546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20913713f04837" /><Relationship Type="http://schemas.openxmlformats.org/officeDocument/2006/relationships/image" Target="/ppt/media/image4.png" Id="R7e2e024d272140de" /><Relationship Type="http://schemas.openxmlformats.org/officeDocument/2006/relationships/notesSlide" Target="/ppt/notesSlides/notesSlide4.xml" Id="R141036fd3d234e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16779a20d44cec" /><Relationship Type="http://schemas.openxmlformats.org/officeDocument/2006/relationships/image" Target="/ppt/media/image5.png" Id="Rc61f10c207b64b31" /><Relationship Type="http://schemas.openxmlformats.org/officeDocument/2006/relationships/notesSlide" Target="/ppt/notesSlides/notesSlide5.xml" Id="Ra07817d38d734c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a3f94d49ff4f1e" /><Relationship Type="http://schemas.openxmlformats.org/officeDocument/2006/relationships/image" Target="/ppt/media/image6.png" Id="Rde5da90c0f744a77" /><Relationship Type="http://schemas.openxmlformats.org/officeDocument/2006/relationships/notesSlide" Target="/ppt/notesSlides/notesSlide6.xml" Id="R51228c854e3f44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8157d1b3ed441b" /><Relationship Type="http://schemas.openxmlformats.org/officeDocument/2006/relationships/image" Target="/ppt/media/image7.png" Id="R8aa65c9d83f3473e" /><Relationship Type="http://schemas.openxmlformats.org/officeDocument/2006/relationships/notesSlide" Target="/ppt/notesSlides/notesSlide7.xml" Id="R6e3a3d1511b54a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a36bc87cf44578" /><Relationship Type="http://schemas.openxmlformats.org/officeDocument/2006/relationships/image" Target="/ppt/media/image8.png" Id="R38db9ca21a81426a" /><Relationship Type="http://schemas.openxmlformats.org/officeDocument/2006/relationships/notesSlide" Target="/ppt/notesSlides/notesSlide8.xml" Id="R64e48666a2004e8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0436eb235b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56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7028c4a1b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437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6bba2f11d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1333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e024d272140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485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f10c207b64b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39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da90c0f74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05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65c9d83f347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909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b9ca21a8142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3203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2026-08-03T16:29:19.2120000Z</dcterms:created>
  <dcterms:modified xsi:type="dcterms:W3CDTF">2026-08-03T16:29:19.2120000Z</dcterms:modified>
</coreProperties>
</file>